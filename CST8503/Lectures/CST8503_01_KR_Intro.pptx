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1"/>
  </p:notesMasterIdLst>
  <p:handoutMasterIdLst>
    <p:handoutMasterId r:id="rId22"/>
  </p:handoutMasterIdLst>
  <p:sldIdLst>
    <p:sldId id="257" r:id="rId2"/>
    <p:sldId id="355" r:id="rId3"/>
    <p:sldId id="333" r:id="rId4"/>
    <p:sldId id="354" r:id="rId5"/>
    <p:sldId id="335" r:id="rId6"/>
    <p:sldId id="336" r:id="rId7"/>
    <p:sldId id="345" r:id="rId8"/>
    <p:sldId id="346" r:id="rId9"/>
    <p:sldId id="347" r:id="rId10"/>
    <p:sldId id="348" r:id="rId11"/>
    <p:sldId id="349" r:id="rId12"/>
    <p:sldId id="337" r:id="rId13"/>
    <p:sldId id="338" r:id="rId14"/>
    <p:sldId id="352" r:id="rId15"/>
    <p:sldId id="353" r:id="rId16"/>
    <p:sldId id="350" r:id="rId17"/>
    <p:sldId id="339" r:id="rId18"/>
    <p:sldId id="351" r:id="rId19"/>
    <p:sldId id="344" r:id="rId20"/>
  </p:sldIdLst>
  <p:sldSz cx="16257588" cy="9144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51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B02A"/>
    <a:srgbClr val="267A52"/>
    <a:srgbClr val="00673E"/>
    <a:srgbClr val="006643"/>
    <a:srgbClr val="589278"/>
    <a:srgbClr val="7AC1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72" autoAdjust="0"/>
    <p:restoredTop sz="94626" autoAdjust="0"/>
  </p:normalViewPr>
  <p:slideViewPr>
    <p:cSldViewPr snapToGrid="0" snapToObjects="1">
      <p:cViewPr varScale="1">
        <p:scale>
          <a:sx n="69" d="100"/>
          <a:sy n="69" d="100"/>
        </p:scale>
        <p:origin x="84" y="1518"/>
      </p:cViewPr>
      <p:guideLst>
        <p:guide orient="horz" pos="2880"/>
        <p:guide pos="5121"/>
      </p:guideLst>
    </p:cSldViewPr>
  </p:slideViewPr>
  <p:outlineViewPr>
    <p:cViewPr>
      <p:scale>
        <a:sx n="33" d="100"/>
        <a:sy n="33" d="100"/>
      </p:scale>
      <p:origin x="0" y="538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678AF4-5E64-AC4C-BB17-179E924E563F}" type="datetimeFigureOut">
              <a:rPr lang="en-US" smtClean="0"/>
              <a:t>10/15/2025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BC6A53-3777-FA4B-999B-678D40C4B3AE}" type="slidenum">
              <a:rPr lang="en-US" smtClean="0"/>
              <a:t>‹#›</a:t>
            </a:fld>
            <a:endParaRPr lang="en-US"/>
          </a:p>
        </p:txBody>
      </p:sp>
    </p:spTree>
    <p:extLst>
      <p:ext uri="{BB962C8B-B14F-4D97-AF65-F5344CB8AC3E}">
        <p14:creationId xmlns:p14="http://schemas.microsoft.com/office/powerpoint/2010/main" val="33504137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A0A7F-40AB-B84E-BA8C-8861397EF456}" type="datetimeFigureOut">
              <a:rPr lang="en-US" smtClean="0"/>
              <a:t>10/15/2025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B51CE3-F1EC-6B4D-8B6D-86D363C89BAA}" type="slidenum">
              <a:rPr lang="en-US" smtClean="0"/>
              <a:t>‹#›</a:t>
            </a:fld>
            <a:endParaRPr lang="en-US"/>
          </a:p>
        </p:txBody>
      </p:sp>
    </p:spTree>
    <p:extLst>
      <p:ext uri="{BB962C8B-B14F-4D97-AF65-F5344CB8AC3E}">
        <p14:creationId xmlns:p14="http://schemas.microsoft.com/office/powerpoint/2010/main" val="3901875955"/>
      </p:ext>
    </p:extLst>
  </p:cSld>
  <p:clrMap bg1="lt1" tx1="dk1" bg2="lt2" tx2="dk2" accent1="accent1" accent2="accent2" accent3="accent3" accent4="accent4" accent5="accent5" accent6="accent6" hlink="hlink" folHlink="folHlink"/>
  <p:hf hdr="0" ftr="0" dt="0"/>
  <p:notesStyle>
    <a:lvl1pPr marL="0" algn="l" defTabSz="781583" rtl="0" eaLnBrk="1" latinLnBrk="0" hangingPunct="1">
      <a:defRPr sz="2100" kern="1200">
        <a:solidFill>
          <a:schemeClr val="tx1"/>
        </a:solidFill>
        <a:latin typeface="+mn-lt"/>
        <a:ea typeface="+mn-ea"/>
        <a:cs typeface="+mn-cs"/>
      </a:defRPr>
    </a:lvl1pPr>
    <a:lvl2pPr marL="781583" algn="l" defTabSz="781583" rtl="0" eaLnBrk="1" latinLnBrk="0" hangingPunct="1">
      <a:defRPr sz="2100" kern="1200">
        <a:solidFill>
          <a:schemeClr val="tx1"/>
        </a:solidFill>
        <a:latin typeface="+mn-lt"/>
        <a:ea typeface="+mn-ea"/>
        <a:cs typeface="+mn-cs"/>
      </a:defRPr>
    </a:lvl2pPr>
    <a:lvl3pPr marL="1563167" algn="l" defTabSz="781583" rtl="0" eaLnBrk="1" latinLnBrk="0" hangingPunct="1">
      <a:defRPr sz="2100" kern="1200">
        <a:solidFill>
          <a:schemeClr val="tx1"/>
        </a:solidFill>
        <a:latin typeface="+mn-lt"/>
        <a:ea typeface="+mn-ea"/>
        <a:cs typeface="+mn-cs"/>
      </a:defRPr>
    </a:lvl3pPr>
    <a:lvl4pPr marL="2344750" algn="l" defTabSz="781583" rtl="0" eaLnBrk="1" latinLnBrk="0" hangingPunct="1">
      <a:defRPr sz="2100" kern="1200">
        <a:solidFill>
          <a:schemeClr val="tx1"/>
        </a:solidFill>
        <a:latin typeface="+mn-lt"/>
        <a:ea typeface="+mn-ea"/>
        <a:cs typeface="+mn-cs"/>
      </a:defRPr>
    </a:lvl4pPr>
    <a:lvl5pPr marL="3126334" algn="l" defTabSz="781583" rtl="0" eaLnBrk="1" latinLnBrk="0" hangingPunct="1">
      <a:defRPr sz="2100" kern="1200">
        <a:solidFill>
          <a:schemeClr val="tx1"/>
        </a:solidFill>
        <a:latin typeface="+mn-lt"/>
        <a:ea typeface="+mn-ea"/>
        <a:cs typeface="+mn-cs"/>
      </a:defRPr>
    </a:lvl5pPr>
    <a:lvl6pPr marL="3907917" algn="l" defTabSz="781583" rtl="0" eaLnBrk="1" latinLnBrk="0" hangingPunct="1">
      <a:defRPr sz="2100" kern="1200">
        <a:solidFill>
          <a:schemeClr val="tx1"/>
        </a:solidFill>
        <a:latin typeface="+mn-lt"/>
        <a:ea typeface="+mn-ea"/>
        <a:cs typeface="+mn-cs"/>
      </a:defRPr>
    </a:lvl6pPr>
    <a:lvl7pPr marL="4689500" algn="l" defTabSz="781583" rtl="0" eaLnBrk="1" latinLnBrk="0" hangingPunct="1">
      <a:defRPr sz="2100" kern="1200">
        <a:solidFill>
          <a:schemeClr val="tx1"/>
        </a:solidFill>
        <a:latin typeface="+mn-lt"/>
        <a:ea typeface="+mn-ea"/>
        <a:cs typeface="+mn-cs"/>
      </a:defRPr>
    </a:lvl7pPr>
    <a:lvl8pPr marL="5471084" algn="l" defTabSz="781583" rtl="0" eaLnBrk="1" latinLnBrk="0" hangingPunct="1">
      <a:defRPr sz="2100" kern="1200">
        <a:solidFill>
          <a:schemeClr val="tx1"/>
        </a:solidFill>
        <a:latin typeface="+mn-lt"/>
        <a:ea typeface="+mn-ea"/>
        <a:cs typeface="+mn-cs"/>
      </a:defRPr>
    </a:lvl8pPr>
    <a:lvl9pPr marL="6252667" algn="l" defTabSz="781583" rtl="0" eaLnBrk="1" latinLnBrk="0" hangingPunct="1">
      <a:defRPr sz="2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ctrTitle" hasCustomPrompt="1"/>
          </p:nvPr>
        </p:nvSpPr>
        <p:spPr>
          <a:xfrm>
            <a:off x="812882" y="1716573"/>
            <a:ext cx="9668510" cy="2180690"/>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812881" y="4032727"/>
            <a:ext cx="12157629" cy="2336800"/>
          </a:xfrm>
        </p:spPr>
        <p:txBody>
          <a:bodyPr lIns="0" tIns="0" rIns="0" bIns="0">
            <a:noAutofit/>
          </a:bodyPr>
          <a:lstStyle>
            <a:lvl1pPr marL="0" indent="0" algn="l">
              <a:lnSpc>
                <a:spcPct val="100000"/>
              </a:lnSpc>
              <a:buNone/>
              <a:defRPr sz="4800" baseline="0">
                <a:solidFill>
                  <a:schemeClr val="accent3"/>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829733" y="7346545"/>
            <a:ext cx="7145607" cy="993775"/>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7728" y="825406"/>
            <a:ext cx="3390900" cy="711200"/>
          </a:xfrm>
          <a:prstGeom prst="rect">
            <a:avLst/>
          </a:prstGeom>
        </p:spPr>
      </p:pic>
    </p:spTree>
    <p:extLst>
      <p:ext uri="{BB962C8B-B14F-4D97-AF65-F5344CB8AC3E}">
        <p14:creationId xmlns:p14="http://schemas.microsoft.com/office/powerpoint/2010/main" val="364402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title" hasCustomPrompt="1"/>
          </p:nvPr>
        </p:nvSpPr>
        <p:spPr>
          <a:xfrm>
            <a:off x="812880" y="2059516"/>
            <a:ext cx="9668513" cy="1816101"/>
          </a:xfrm>
        </p:spPr>
        <p:txBody>
          <a:bodyPr anchor="b">
            <a:noAutofit/>
          </a:bodyPr>
          <a:lstStyle>
            <a:lvl1pPr algn="l">
              <a:lnSpc>
                <a:spcPct val="100000"/>
              </a:lnSpc>
              <a:defRPr sz="48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812881" y="4083762"/>
            <a:ext cx="9668512" cy="2000250"/>
          </a:xfrm>
        </p:spPr>
        <p:txBody>
          <a:bodyPr lIns="0" tIns="0" rIns="0" bIns="0" anchor="t"/>
          <a:lstStyle>
            <a:lvl1pPr marL="0" indent="0">
              <a:lnSpc>
                <a:spcPct val="100000"/>
              </a:lnSpc>
              <a:buNone/>
              <a:defRPr sz="3400" baseline="0">
                <a:solidFill>
                  <a:srgbClr val="A6C8BC"/>
                </a:solidFill>
              </a:defRPr>
            </a:lvl1pPr>
            <a:lvl2pPr marL="781583" indent="0">
              <a:buNone/>
              <a:defRPr sz="3100">
                <a:solidFill>
                  <a:schemeClr val="tx1">
                    <a:tint val="75000"/>
                  </a:schemeClr>
                </a:solidFill>
              </a:defRPr>
            </a:lvl2pPr>
            <a:lvl3pPr marL="1563167" indent="0">
              <a:buNone/>
              <a:defRPr sz="2700">
                <a:solidFill>
                  <a:schemeClr val="tx1">
                    <a:tint val="75000"/>
                  </a:schemeClr>
                </a:solidFill>
              </a:defRPr>
            </a:lvl3pPr>
            <a:lvl4pPr marL="2344750" indent="0">
              <a:buNone/>
              <a:defRPr sz="2400">
                <a:solidFill>
                  <a:schemeClr val="tx1">
                    <a:tint val="75000"/>
                  </a:schemeClr>
                </a:solidFill>
              </a:defRPr>
            </a:lvl4pPr>
            <a:lvl5pPr marL="3126334" indent="0">
              <a:buNone/>
              <a:defRPr sz="2400">
                <a:solidFill>
                  <a:schemeClr val="tx1">
                    <a:tint val="75000"/>
                  </a:schemeClr>
                </a:solidFill>
              </a:defRPr>
            </a:lvl5pPr>
            <a:lvl6pPr marL="3907917" indent="0">
              <a:buNone/>
              <a:defRPr sz="2400">
                <a:solidFill>
                  <a:schemeClr val="tx1">
                    <a:tint val="75000"/>
                  </a:schemeClr>
                </a:solidFill>
              </a:defRPr>
            </a:lvl6pPr>
            <a:lvl7pPr marL="4689500" indent="0">
              <a:buNone/>
              <a:defRPr sz="2400">
                <a:solidFill>
                  <a:schemeClr val="tx1">
                    <a:tint val="75000"/>
                  </a:schemeClr>
                </a:solidFill>
              </a:defRPr>
            </a:lvl7pPr>
            <a:lvl8pPr marL="5471084" indent="0">
              <a:buNone/>
              <a:defRPr sz="2400">
                <a:solidFill>
                  <a:schemeClr val="tx1">
                    <a:tint val="75000"/>
                  </a:schemeClr>
                </a:solidFill>
              </a:defRPr>
            </a:lvl8pPr>
            <a:lvl9pPr marL="6252667" indent="0">
              <a:buNone/>
              <a:defRPr sz="24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18893" y="689942"/>
            <a:ext cx="965199" cy="711200"/>
          </a:xfrm>
          <a:prstGeom prst="rect">
            <a:avLst/>
          </a:prstGeom>
        </p:spPr>
      </p:pic>
      <p:sp>
        <p:nvSpPr>
          <p:cNvPr id="15" name="Slide Number Placeholder 8"/>
          <p:cNvSpPr>
            <a:spLocks noGrp="1"/>
          </p:cNvSpPr>
          <p:nvPr>
            <p:ph type="sldNum" sz="quarter" idx="11"/>
          </p:nvPr>
        </p:nvSpPr>
        <p:spPr>
          <a:xfrm>
            <a:off x="199082" y="8497455"/>
            <a:ext cx="529132" cy="486834"/>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3335758" y="2404534"/>
            <a:ext cx="4633424" cy="4303580"/>
          </a:xfrm>
        </p:spPr>
        <p:txBody>
          <a:bodyPr/>
          <a:lstStyle/>
          <a:p>
            <a:r>
              <a:rPr lang="en-US" dirty="0"/>
              <a:t>Author Photo</a:t>
            </a:r>
          </a:p>
        </p:txBody>
      </p:sp>
      <p:sp>
        <p:nvSpPr>
          <p:cNvPr id="11" name="Text Placeholder 10"/>
          <p:cNvSpPr>
            <a:spLocks noGrp="1"/>
          </p:cNvSpPr>
          <p:nvPr>
            <p:ph type="body" sz="quarter" idx="17" hasCustomPrompt="1"/>
          </p:nvPr>
        </p:nvSpPr>
        <p:spPr>
          <a:xfrm>
            <a:off x="8297063" y="3115733"/>
            <a:ext cx="4673448" cy="2881182"/>
          </a:xfrm>
        </p:spPr>
        <p:txBody>
          <a:bodyPr anchor="ctr"/>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8296275" y="2405062"/>
            <a:ext cx="4673600" cy="710671"/>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8296275" y="5997575"/>
            <a:ext cx="4673600" cy="710539"/>
          </a:xfrm>
        </p:spPr>
        <p:txBody>
          <a:bodyPr anchor="b"/>
          <a:lstStyle>
            <a:lvl1pPr>
              <a:defRPr sz="2100"/>
            </a:lvl1pPr>
          </a:lstStyle>
          <a:p>
            <a:pPr lvl="0"/>
            <a:r>
              <a:rPr lang="en-CA" dirty="0"/>
              <a:t>Author email</a:t>
            </a:r>
          </a:p>
        </p:txBody>
      </p:sp>
    </p:spTree>
    <p:extLst>
      <p:ext uri="{BB962C8B-B14F-4D97-AF65-F5344CB8AC3E}">
        <p14:creationId xmlns:p14="http://schemas.microsoft.com/office/powerpoint/2010/main" val="16981270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829814" y="2405062"/>
            <a:ext cx="2167288" cy="2013003"/>
          </a:xfrm>
        </p:spPr>
        <p:txBody>
          <a:bodyPr/>
          <a:lstStyle/>
          <a:p>
            <a:r>
              <a:rPr lang="en-US" dirty="0"/>
              <a:t>Author Photo</a:t>
            </a:r>
          </a:p>
        </p:txBody>
      </p:sp>
      <p:sp>
        <p:nvSpPr>
          <p:cNvPr id="11" name="Text Placeholder 10"/>
          <p:cNvSpPr>
            <a:spLocks noGrp="1"/>
          </p:cNvSpPr>
          <p:nvPr>
            <p:ph type="body" sz="quarter" idx="17" hasCustomPrompt="1"/>
          </p:nvPr>
        </p:nvSpPr>
        <p:spPr>
          <a:xfrm>
            <a:off x="3318933" y="3115733"/>
            <a:ext cx="4673448" cy="2387600"/>
          </a:xfrm>
        </p:spPr>
        <p:txBody>
          <a:bodyPr anchor="t"/>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3318145" y="2405062"/>
            <a:ext cx="4673600" cy="710671"/>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3318145" y="5503333"/>
            <a:ext cx="4673600" cy="710539"/>
          </a:xfrm>
        </p:spPr>
        <p:txBody>
          <a:bodyPr anchor="b"/>
          <a:lstStyle>
            <a:lvl1pPr>
              <a:defRPr sz="2100"/>
            </a:lvl1pPr>
          </a:lstStyle>
          <a:p>
            <a:pPr lvl="0"/>
            <a:r>
              <a:rPr lang="en-CA" dirty="0"/>
              <a:t>Author email</a:t>
            </a:r>
          </a:p>
        </p:txBody>
      </p:sp>
      <p:sp>
        <p:nvSpPr>
          <p:cNvPr id="9" name="Picture Placeholder 4"/>
          <p:cNvSpPr>
            <a:spLocks noGrp="1"/>
          </p:cNvSpPr>
          <p:nvPr>
            <p:ph type="pic" sz="quarter" idx="20" hasCustomPrompt="1"/>
          </p:nvPr>
        </p:nvSpPr>
        <p:spPr>
          <a:xfrm>
            <a:off x="8297171" y="2405062"/>
            <a:ext cx="2167288" cy="2013003"/>
          </a:xfrm>
        </p:spPr>
        <p:txBody>
          <a:bodyPr/>
          <a:lstStyle/>
          <a:p>
            <a:r>
              <a:rPr lang="en-US" dirty="0"/>
              <a:t>Author Photo</a:t>
            </a:r>
          </a:p>
        </p:txBody>
      </p:sp>
      <p:sp>
        <p:nvSpPr>
          <p:cNvPr id="10" name="Text Placeholder 10"/>
          <p:cNvSpPr>
            <a:spLocks noGrp="1"/>
          </p:cNvSpPr>
          <p:nvPr>
            <p:ph type="body" sz="quarter" idx="21" hasCustomPrompt="1"/>
          </p:nvPr>
        </p:nvSpPr>
        <p:spPr>
          <a:xfrm>
            <a:off x="10786290" y="3115733"/>
            <a:ext cx="4673448" cy="23876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10785502" y="2405062"/>
            <a:ext cx="4673600" cy="710671"/>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10785502" y="5503333"/>
            <a:ext cx="4673600" cy="710539"/>
          </a:xfrm>
        </p:spPr>
        <p:txBody>
          <a:bodyPr anchor="b"/>
          <a:lstStyle>
            <a:lvl1pPr>
              <a:defRPr sz="2100"/>
            </a:lvl1pPr>
          </a:lstStyle>
          <a:p>
            <a:pPr lvl="0"/>
            <a:r>
              <a:rPr lang="en-CA" dirty="0"/>
              <a:t>Author email</a:t>
            </a:r>
          </a:p>
        </p:txBody>
      </p:sp>
      <p:pic>
        <p:nvPicPr>
          <p:cNvPr id="15" name="Picture 14" descr="curtain-100.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395379744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92832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660398"/>
            <a:ext cx="11615780" cy="6874935"/>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65636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812882" y="2404534"/>
            <a:ext cx="716245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2404534"/>
            <a:ext cx="71475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38618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812882" y="3115732"/>
            <a:ext cx="7162458" cy="4419601"/>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3115732"/>
            <a:ext cx="7147539" cy="4419602"/>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812883" y="2405062"/>
            <a:ext cx="7162458" cy="710671"/>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8297170" y="2405062"/>
            <a:ext cx="7147539" cy="710671"/>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3" name="Picture 12"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20"/>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657022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812882" y="2404534"/>
            <a:ext cx="46733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2404534"/>
            <a:ext cx="464400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2404534"/>
            <a:ext cx="467344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2" name="Picture 11"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69520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812882" y="3115732"/>
            <a:ext cx="4673339"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3115732"/>
            <a:ext cx="4644000"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3115732"/>
            <a:ext cx="4673448"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65456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812882" y="2404534"/>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2404534"/>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2404534"/>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130801"/>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130801"/>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130801"/>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00480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812882" y="3115733"/>
            <a:ext cx="4673339"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3115733"/>
            <a:ext cx="4644000"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3115733"/>
            <a:ext cx="4673448"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858406"/>
            <a:ext cx="4673339"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858406"/>
            <a:ext cx="4644000"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858406"/>
            <a:ext cx="4673448"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812883" y="5147735"/>
            <a:ext cx="4673338" cy="710671"/>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5807945" y="5147735"/>
            <a:ext cx="4644000" cy="710671"/>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10786183" y="5147735"/>
            <a:ext cx="4673338" cy="710671"/>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4" name="Picture 2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5" name="Slide Number Placeholder 8"/>
          <p:cNvSpPr>
            <a:spLocks noGrp="1"/>
          </p:cNvSpPr>
          <p:nvPr>
            <p:ph type="sldNum" sz="quarter" idx="27"/>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0363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5505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812882" y="660398"/>
            <a:ext cx="11615780" cy="6874936"/>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1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812882" y="3115732"/>
            <a:ext cx="716245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297169" y="3115732"/>
            <a:ext cx="71475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2" y="2405062"/>
            <a:ext cx="7162457"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297168" y="2405062"/>
            <a:ext cx="7147539" cy="710671"/>
          </a:xfrm>
        </p:spPr>
        <p:txBody>
          <a:bodyPr/>
          <a:lstStyle>
            <a:lvl1pPr>
              <a:defRPr sz="2100"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2774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10786183" y="3115732"/>
            <a:ext cx="4658525"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383127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812882" y="5858405"/>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10786183" y="5858405"/>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812883" y="5147735"/>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10786182" y="5147735"/>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5807947" y="5858405"/>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5807946" y="5147735"/>
            <a:ext cx="4643998" cy="710671"/>
          </a:xfrm>
        </p:spPr>
        <p:txBody>
          <a:bodyPr/>
          <a:lstStyle>
            <a:lvl1pPr>
              <a:defRPr sz="2100"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10786183" y="3115732"/>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79371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860800"/>
            <a:ext cx="4673339"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860800"/>
            <a:ext cx="4644000"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860800"/>
            <a:ext cx="4673448" cy="3679138"/>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75441"/>
            <a:ext cx="4673340" cy="1226329"/>
          </a:xfrm>
        </p:spPr>
        <p:txBody>
          <a:bodyPr anchor="b"/>
          <a:lstStyle>
            <a:lvl1pPr>
              <a:lnSpc>
                <a:spcPct val="80000"/>
              </a:lnSpc>
              <a:defRPr sz="11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b"/>
          <a:lstStyle>
            <a:lvl1pPr>
              <a:lnSpc>
                <a:spcPct val="80000"/>
              </a:lnSpc>
              <a:defRPr sz="11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b"/>
          <a:lstStyle>
            <a:lvl1pPr>
              <a:lnSpc>
                <a:spcPct val="80000"/>
              </a:lnSpc>
              <a:defRPr sz="11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132642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701769"/>
            <a:ext cx="4673339"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701769"/>
            <a:ext cx="4644000"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701769"/>
            <a:ext cx="4673448" cy="3838169"/>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41575"/>
            <a:ext cx="4673340" cy="1260195"/>
          </a:xfrm>
        </p:spPr>
        <p:txBody>
          <a:bodyPr anchor="t"/>
          <a:lstStyle>
            <a:lvl1pPr>
              <a:lnSpc>
                <a:spcPct val="80000"/>
              </a:lnSpc>
              <a:defRPr sz="7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t"/>
          <a:lstStyle>
            <a:lvl1pPr>
              <a:lnSpc>
                <a:spcPct val="80000"/>
              </a:lnSpc>
              <a:defRPr sz="7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t"/>
          <a:lstStyle>
            <a:lvl1pPr>
              <a:lnSpc>
                <a:spcPct val="80000"/>
              </a:lnSpc>
              <a:defRPr sz="7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533607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4538133"/>
            <a:ext cx="4673339"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5807945" y="4538133"/>
            <a:ext cx="4644000"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10786183" y="4538133"/>
            <a:ext cx="4673448" cy="3001805"/>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accent1"/>
                </a:solidFill>
              </a:defRPr>
            </a:lvl1pPr>
          </a:lstStyle>
          <a:p>
            <a:r>
              <a:rPr lang="en-CA" dirty="0"/>
              <a:t>This is a key point slide with icons to illustrate points.</a:t>
            </a:r>
            <a:endParaRPr lang="en-US" dirty="0"/>
          </a:p>
        </p:txBody>
      </p:sp>
      <p:sp>
        <p:nvSpPr>
          <p:cNvPr id="12" name="Oval 11"/>
          <p:cNvSpPr/>
          <p:nvPr userDrawn="1"/>
        </p:nvSpPr>
        <p:spPr>
          <a:xfrm>
            <a:off x="728135"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Picture Placeholder 3"/>
          <p:cNvSpPr>
            <a:spLocks noGrp="1" noChangeAspect="1"/>
          </p:cNvSpPr>
          <p:nvPr>
            <p:ph type="pic" sz="quarter" idx="26" hasCustomPrompt="1"/>
          </p:nvPr>
        </p:nvSpPr>
        <p:spPr>
          <a:xfrm>
            <a:off x="1173631" y="2900693"/>
            <a:ext cx="864783" cy="864000"/>
          </a:xfrm>
        </p:spPr>
        <p:txBody>
          <a:bodyPr/>
          <a:lstStyle>
            <a:lvl1pPr>
              <a:defRPr>
                <a:solidFill>
                  <a:schemeClr val="bg1"/>
                </a:solidFill>
              </a:defRPr>
            </a:lvl1pPr>
          </a:lstStyle>
          <a:p>
            <a:r>
              <a:rPr lang="en-US" dirty="0"/>
              <a:t>Icon</a:t>
            </a:r>
          </a:p>
        </p:txBody>
      </p:sp>
      <p:sp>
        <p:nvSpPr>
          <p:cNvPr id="14" name="Oval 13"/>
          <p:cNvSpPr/>
          <p:nvPr userDrawn="1"/>
        </p:nvSpPr>
        <p:spPr>
          <a:xfrm>
            <a:off x="5723280"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Picture Placeholder 3"/>
          <p:cNvSpPr>
            <a:spLocks noGrp="1" noChangeAspect="1"/>
          </p:cNvSpPr>
          <p:nvPr>
            <p:ph type="pic" sz="quarter" idx="27" hasCustomPrompt="1"/>
          </p:nvPr>
        </p:nvSpPr>
        <p:spPr>
          <a:xfrm>
            <a:off x="6168776" y="2900693"/>
            <a:ext cx="864782" cy="864000"/>
          </a:xfrm>
        </p:spPr>
        <p:txBody>
          <a:bodyPr/>
          <a:lstStyle>
            <a:lvl1pPr>
              <a:defRPr>
                <a:solidFill>
                  <a:schemeClr val="bg1"/>
                </a:solidFill>
              </a:defRPr>
            </a:lvl1pPr>
          </a:lstStyle>
          <a:p>
            <a:r>
              <a:rPr lang="en-US" dirty="0"/>
              <a:t>Icon</a:t>
            </a:r>
          </a:p>
        </p:txBody>
      </p:sp>
      <p:sp>
        <p:nvSpPr>
          <p:cNvPr id="16" name="Oval 15"/>
          <p:cNvSpPr/>
          <p:nvPr userDrawn="1"/>
        </p:nvSpPr>
        <p:spPr>
          <a:xfrm>
            <a:off x="10701518"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Picture Placeholder 3"/>
          <p:cNvSpPr>
            <a:spLocks noGrp="1" noChangeAspect="1"/>
          </p:cNvSpPr>
          <p:nvPr>
            <p:ph type="pic" sz="quarter" idx="28" hasCustomPrompt="1"/>
          </p:nvPr>
        </p:nvSpPr>
        <p:spPr>
          <a:xfrm>
            <a:off x="11147405" y="2900693"/>
            <a:ext cx="864000" cy="864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9" name="Picture 18"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0" name="Slide Number Placeholder 8"/>
          <p:cNvSpPr>
            <a:spLocks noGrp="1"/>
          </p:cNvSpPr>
          <p:nvPr>
            <p:ph type="sldNum" sz="quarter" idx="2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99631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5" name="Media Placeholder 4"/>
          <p:cNvSpPr>
            <a:spLocks noGrp="1"/>
          </p:cNvSpPr>
          <p:nvPr>
            <p:ph type="media" sz="quarter" idx="10" hasCustomPrompt="1"/>
          </p:nvPr>
        </p:nvSpPr>
        <p:spPr>
          <a:xfrm>
            <a:off x="3287077" y="829734"/>
            <a:ext cx="9683434" cy="7501466"/>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1880309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3" name="Rectangle 2"/>
          <p:cNvSpPr/>
          <p:nvPr userDrawn="1"/>
        </p:nvSpPr>
        <p:spPr>
          <a:xfrm>
            <a:off x="805366" y="838200"/>
            <a:ext cx="14646856" cy="7467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3287077" y="6561978"/>
            <a:ext cx="9683434" cy="388804"/>
          </a:xfrm>
        </p:spPr>
        <p:txBody>
          <a:bodyPr anchor="ctr"/>
          <a:lstStyle>
            <a:lvl1pPr algn="ctr">
              <a:defRPr sz="16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2574370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8"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287077" y="6561978"/>
            <a:ext cx="9683434"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58602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3421992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002699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8127735" cy="4571404"/>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980794" y="2552251"/>
            <a:ext cx="10296000" cy="4039500"/>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11200">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3301893" y="3012628"/>
            <a:ext cx="9653802" cy="510712"/>
          </a:xfrm>
        </p:spPr>
        <p:txBody>
          <a:bodyPr anchor="ctr"/>
          <a:lstStyle>
            <a:lvl1pPr algn="ctr">
              <a:lnSpc>
                <a:spcPct val="100000"/>
              </a:lnSpc>
              <a:defRPr sz="2100"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301893" y="5643918"/>
            <a:ext cx="9653802"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81210466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812881" y="768365"/>
            <a:ext cx="7484182" cy="1335973"/>
          </a:xfrm>
        </p:spPr>
        <p:txBody>
          <a:bodyPr anchor="t">
            <a:noAutofit/>
          </a:bodyPr>
          <a:lstStyle>
            <a:lvl1pPr>
              <a:defRPr sz="48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3318825"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9346896" y="853030"/>
            <a:ext cx="6910691" cy="6682303"/>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9346896"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563347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79923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7992381" y="768365"/>
            <a:ext cx="7484182" cy="1335973"/>
          </a:xfrm>
        </p:spPr>
        <p:txBody>
          <a:bodyPr anchor="t">
            <a:noAutofit/>
          </a:bodyPr>
          <a:lstStyle>
            <a:lvl1pPr>
              <a:defRPr sz="48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7992381"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853030"/>
            <a:ext cx="6910691" cy="6682303"/>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0"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18545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1186" y="0"/>
            <a:ext cx="16256402" cy="9144000"/>
          </a:xfrm>
        </p:spPr>
        <p:txBody>
          <a:bodyPr/>
          <a:lstStyle>
            <a:lvl1pPr marL="0" indent="0">
              <a:buNone/>
              <a:defRPr sz="4000" baseline="0"/>
            </a:lvl1pPr>
            <a:lvl2pPr marL="781583" indent="0">
              <a:buNone/>
              <a:defRPr sz="4800"/>
            </a:lvl2pPr>
            <a:lvl3pPr marL="1563167" indent="0">
              <a:buNone/>
              <a:defRPr sz="4100"/>
            </a:lvl3pPr>
            <a:lvl4pPr marL="2344750" indent="0">
              <a:buNone/>
              <a:defRPr sz="3400"/>
            </a:lvl4pPr>
            <a:lvl5pPr marL="3126334" indent="0">
              <a:buNone/>
              <a:defRPr sz="3400"/>
            </a:lvl5pPr>
            <a:lvl6pPr marL="3907917" indent="0">
              <a:buNone/>
              <a:defRPr sz="3400"/>
            </a:lvl6pPr>
            <a:lvl7pPr marL="4689500" indent="0">
              <a:buNone/>
              <a:defRPr sz="3400"/>
            </a:lvl7pPr>
            <a:lvl8pPr marL="5471084" indent="0">
              <a:buNone/>
              <a:defRPr sz="3400"/>
            </a:lvl8pPr>
            <a:lvl9pPr marL="6252667" indent="0">
              <a:buNone/>
              <a:defRPr sz="3400"/>
            </a:lvl9pPr>
          </a:lstStyle>
          <a:p>
            <a:r>
              <a:rPr lang="en-US" dirty="0"/>
              <a:t>Click on this icon to insert a photo.</a:t>
            </a:r>
          </a:p>
        </p:txBody>
      </p:sp>
      <p:sp>
        <p:nvSpPr>
          <p:cNvPr id="8" name="Text Placeholder 8"/>
          <p:cNvSpPr>
            <a:spLocks noGrp="1"/>
          </p:cNvSpPr>
          <p:nvPr>
            <p:ph type="body" sz="quarter" idx="16" hasCustomPrompt="1"/>
          </p:nvPr>
        </p:nvSpPr>
        <p:spPr>
          <a:xfrm>
            <a:off x="1" y="6313857"/>
            <a:ext cx="7958408" cy="759384"/>
          </a:xfrm>
          <a:solidFill>
            <a:srgbClr val="43B02A"/>
          </a:solidFill>
          <a:ln>
            <a:noFill/>
          </a:ln>
        </p:spPr>
        <p:txBody>
          <a:bodyPr wrap="square" lIns="252000" tIns="180000" rIns="252000" bIns="252000" anchor="ctr">
            <a:spAutoFit/>
          </a:bodyPr>
          <a:lstStyle>
            <a:lvl1pPr>
              <a:lnSpc>
                <a:spcPct val="100000"/>
              </a:lnSpc>
              <a:defRPr sz="2100"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17575853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4" name="Picture Placeholder 3"/>
          <p:cNvSpPr>
            <a:spLocks noGrp="1"/>
          </p:cNvSpPr>
          <p:nvPr>
            <p:ph type="pic" sz="quarter" idx="10" hasCustomPrompt="1"/>
          </p:nvPr>
        </p:nvSpPr>
        <p:spPr>
          <a:xfrm>
            <a:off x="8332918" y="829734"/>
            <a:ext cx="7111897" cy="6696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829707" y="829734"/>
            <a:ext cx="7145633" cy="6696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8332919" y="5498998"/>
            <a:ext cx="4654526"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7726275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2" name="Picture Placeholder 5"/>
          <p:cNvSpPr>
            <a:spLocks noGrp="1"/>
          </p:cNvSpPr>
          <p:nvPr>
            <p:ph type="pic" sz="quarter" idx="11" hasCustomPrompt="1"/>
          </p:nvPr>
        </p:nvSpPr>
        <p:spPr>
          <a:xfrm>
            <a:off x="829707" y="829734"/>
            <a:ext cx="11598955" cy="6696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80722002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3" name="Picture Placeholder 5"/>
          <p:cNvSpPr>
            <a:spLocks noGrp="1"/>
          </p:cNvSpPr>
          <p:nvPr>
            <p:ph type="pic" sz="quarter" idx="11" hasCustomPrompt="1"/>
          </p:nvPr>
        </p:nvSpPr>
        <p:spPr>
          <a:xfrm>
            <a:off x="829708" y="2404534"/>
            <a:ext cx="9459088" cy="5121200"/>
          </a:xfrm>
        </p:spPr>
        <p:txBody>
          <a:bodyPr/>
          <a:lstStyle/>
          <a:p>
            <a:r>
              <a:rPr lang="en-US" dirty="0"/>
              <a:t>Click on this icon to insert a graphic.</a:t>
            </a:r>
          </a:p>
        </p:txBody>
      </p:sp>
      <p:sp>
        <p:nvSpPr>
          <p:cNvPr id="20"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5" name="Picture 24"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5613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8" name="Picture 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
        <p:nvSpPr>
          <p:cNvPr id="15"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812800" y="2405063"/>
            <a:ext cx="9475788" cy="5121275"/>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49802344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48421" y="3117806"/>
            <a:ext cx="10360746" cy="2612172"/>
          </a:xfrm>
        </p:spPr>
        <p:txBody>
          <a:bodyPr lIns="0" tIns="0" rIns="0" bIns="0" anchor="ctr">
            <a:noAutofit/>
          </a:bodyPr>
          <a:lstStyle>
            <a:lvl1pPr marL="0" indent="0" algn="ctr">
              <a:buNone/>
              <a:defRPr sz="4800" baseline="0">
                <a:solidFill>
                  <a:schemeClr val="accent5"/>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3320943" y="2082794"/>
            <a:ext cx="9615704" cy="101807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3320941" y="6017839"/>
            <a:ext cx="9615706" cy="462413"/>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683" y="828547"/>
            <a:ext cx="635142" cy="467999"/>
          </a:xfrm>
          <a:prstGeom prst="rect">
            <a:avLst/>
          </a:prstGeom>
        </p:spPr>
      </p:pic>
      <p:pic>
        <p:nvPicPr>
          <p:cNvPr id="14" name="Picture 13" descr="curtain-100.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5265083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604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80" y="666518"/>
            <a:ext cx="14631829" cy="1467081"/>
          </a:xfrm>
          <a:prstGeom prst="rect">
            <a:avLst/>
          </a:prstGeom>
        </p:spPr>
        <p:txBody>
          <a:bodyPr vert="horz" lIns="0" tIns="0" rIns="0" bIns="0" rtlCol="0" anchor="ctr">
            <a:noAutofit/>
          </a:bodyPr>
          <a:lstStyle/>
          <a:p>
            <a:r>
              <a:rPr lang="en-CA" dirty="0"/>
              <a:t>Click to edit Master title style</a:t>
            </a:r>
            <a:endParaRPr lang="en-US" dirty="0"/>
          </a:p>
        </p:txBody>
      </p:sp>
      <p:sp>
        <p:nvSpPr>
          <p:cNvPr id="3" name="Text Placeholder 2"/>
          <p:cNvSpPr>
            <a:spLocks noGrp="1"/>
          </p:cNvSpPr>
          <p:nvPr>
            <p:ph type="body" idx="1"/>
          </p:nvPr>
        </p:nvSpPr>
        <p:spPr>
          <a:xfrm>
            <a:off x="812880" y="2133600"/>
            <a:ext cx="14631829" cy="5204532"/>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812880" y="8475135"/>
            <a:ext cx="1180185" cy="486834"/>
          </a:xfrm>
          <a:prstGeom prst="rect">
            <a:avLst/>
          </a:prstGeom>
        </p:spPr>
        <p:txBody>
          <a:bodyPr vert="horz" lIns="0" tIns="0" rIns="0" bIns="0" rtlCol="0" anchor="ctr"/>
          <a:lstStyle>
            <a:lvl1pPr algn="l">
              <a:defRPr sz="2100" b="1">
                <a:solidFill>
                  <a:schemeClr val="tx1">
                    <a:tint val="75000"/>
                  </a:schemeClr>
                </a:solidFill>
              </a:defRPr>
            </a:lvl1pPr>
          </a:lstStyle>
          <a:p>
            <a:fld id="{C1424084-422A-4246-8522-ECCBA4948A88}" type="slidenum">
              <a:rPr lang="en-US" smtClean="0"/>
              <a:pPr/>
              <a:t>‹#›</a:t>
            </a:fld>
            <a:endParaRPr lang="en-US" dirty="0"/>
          </a:p>
        </p:txBody>
      </p:sp>
    </p:spTree>
    <p:extLst>
      <p:ext uri="{BB962C8B-B14F-4D97-AF65-F5344CB8AC3E}">
        <p14:creationId xmlns:p14="http://schemas.microsoft.com/office/powerpoint/2010/main" val="368378811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9" r:id="rId3"/>
    <p:sldLayoutId id="2147483686" r:id="rId4"/>
    <p:sldLayoutId id="2147483650" r:id="rId5"/>
    <p:sldLayoutId id="2147483693" r:id="rId6"/>
    <p:sldLayoutId id="2147483685" r:id="rId7"/>
    <p:sldLayoutId id="2147483687" r:id="rId8"/>
    <p:sldLayoutId id="2147483688" r:id="rId9"/>
    <p:sldLayoutId id="2147483689" r:id="rId10"/>
    <p:sldLayoutId id="2147483690" r:id="rId11"/>
    <p:sldLayoutId id="2147483691" r:id="rId12"/>
    <p:sldLayoutId id="2147483692" r:id="rId13"/>
    <p:sldLayoutId id="2147483694" r:id="rId14"/>
    <p:sldLayoutId id="2147483695" r:id="rId15"/>
    <p:sldLayoutId id="2147483696" r:id="rId16"/>
    <p:sldLayoutId id="2147483697" r:id="rId17"/>
    <p:sldLayoutId id="2147483677" r:id="rId18"/>
    <p:sldLayoutId id="2147483698" r:id="rId19"/>
    <p:sldLayoutId id="2147483699" r:id="rId20"/>
    <p:sldLayoutId id="2147483682" r:id="rId21"/>
    <p:sldLayoutId id="2147483654" r:id="rId22"/>
    <p:sldLayoutId id="2147483662" r:id="rId23"/>
    <p:sldLayoutId id="2147483683" r:id="rId24"/>
    <p:sldLayoutId id="2147483684" r:id="rId25"/>
    <p:sldLayoutId id="2147483664" r:id="rId26"/>
    <p:sldLayoutId id="2147483700" r:id="rId27"/>
    <p:sldLayoutId id="2147483701" r:id="rId28"/>
    <p:sldLayoutId id="2147483657" r:id="rId29"/>
    <p:sldLayoutId id="2147483674" r:id="rId30"/>
    <p:sldLayoutId id="2147483675" r:id="rId31"/>
    <p:sldLayoutId id="2147483681" r:id="rId32"/>
    <p:sldLayoutId id="2147483667" r:id="rId33"/>
    <p:sldLayoutId id="2147483680" r:id="rId34"/>
    <p:sldLayoutId id="2147483702" r:id="rId35"/>
  </p:sldLayoutIdLst>
  <p:hf hdr="0" ftr="0" dt="0"/>
  <p:txStyles>
    <p:titleStyle>
      <a:lvl1pPr algn="l" defTabSz="781583" rtl="0" eaLnBrk="1" latinLnBrk="0" hangingPunct="1">
        <a:lnSpc>
          <a:spcPct val="80000"/>
        </a:lnSpc>
        <a:spcBef>
          <a:spcPct val="0"/>
        </a:spcBef>
        <a:buNone/>
        <a:defRPr sz="7200" kern="1200">
          <a:solidFill>
            <a:schemeClr val="accent5"/>
          </a:solidFill>
          <a:latin typeface="+mj-lt"/>
          <a:ea typeface="+mj-ea"/>
          <a:cs typeface="+mj-cs"/>
        </a:defRPr>
      </a:lvl1pPr>
    </p:titleStyle>
    <p:bodyStyle>
      <a:lvl1pPr marL="0" indent="0" algn="l" defTabSz="781583" rtl="0" eaLnBrk="1" latinLnBrk="0" hangingPunct="1">
        <a:lnSpc>
          <a:spcPct val="110000"/>
        </a:lnSpc>
        <a:spcBef>
          <a:spcPct val="20000"/>
        </a:spcBef>
        <a:buClr>
          <a:schemeClr val="accent2"/>
        </a:buClr>
        <a:buFontTx/>
        <a:buNone/>
        <a:defRPr sz="3200" kern="1200">
          <a:solidFill>
            <a:schemeClr val="accent5"/>
          </a:solidFill>
          <a:latin typeface="+mn-lt"/>
          <a:ea typeface="+mn-ea"/>
          <a:cs typeface="+mn-cs"/>
        </a:defRPr>
      </a:lvl1pPr>
      <a:lvl2pPr marL="1270073" indent="-488490" algn="l" defTabSz="781583" rtl="0" eaLnBrk="1" latinLnBrk="0" hangingPunct="1">
        <a:lnSpc>
          <a:spcPct val="110000"/>
        </a:lnSpc>
        <a:spcBef>
          <a:spcPct val="20000"/>
        </a:spcBef>
        <a:buClr>
          <a:schemeClr val="accent2"/>
        </a:buClr>
        <a:buSzPct val="75000"/>
        <a:buFont typeface="Arial"/>
        <a:buChar char="•"/>
        <a:defRPr sz="3200" kern="1200">
          <a:solidFill>
            <a:schemeClr val="accent5"/>
          </a:solidFill>
          <a:latin typeface="+mn-lt"/>
          <a:ea typeface="+mn-ea"/>
          <a:cs typeface="+mn-cs"/>
        </a:defRPr>
      </a:lvl2pPr>
      <a:lvl3pPr marL="2020367" indent="-457200" algn="l" defTabSz="781583" rtl="0" eaLnBrk="1" latinLnBrk="0" hangingPunct="1">
        <a:lnSpc>
          <a:spcPct val="110000"/>
        </a:lnSpc>
        <a:spcBef>
          <a:spcPct val="20000"/>
        </a:spcBef>
        <a:buClr>
          <a:schemeClr val="accent2"/>
        </a:buClr>
        <a:buSzPct val="60000"/>
        <a:buFont typeface="Wingdings" charset="2"/>
        <a:buChar char="§"/>
        <a:defRPr sz="3200" kern="1200" baseline="0">
          <a:solidFill>
            <a:schemeClr val="accent5"/>
          </a:solidFill>
          <a:latin typeface="+mn-lt"/>
          <a:ea typeface="+mn-ea"/>
          <a:cs typeface="+mn-cs"/>
        </a:defRPr>
      </a:lvl3pPr>
      <a:lvl4pPr marL="2735542" indent="-390792" algn="l" defTabSz="781583" rtl="0" eaLnBrk="1" latinLnBrk="0" hangingPunct="1">
        <a:lnSpc>
          <a:spcPct val="120000"/>
        </a:lnSpc>
        <a:spcBef>
          <a:spcPct val="20000"/>
        </a:spcBef>
        <a:buClr>
          <a:schemeClr val="accent2"/>
        </a:buClr>
        <a:buSzPct val="90000"/>
        <a:buFont typeface="Arial"/>
        <a:buChar char="–"/>
        <a:defRPr sz="2100" kern="1200">
          <a:solidFill>
            <a:schemeClr val="accent4"/>
          </a:solidFill>
          <a:latin typeface="+mn-lt"/>
          <a:ea typeface="+mn-ea"/>
          <a:cs typeface="+mn-cs"/>
        </a:defRPr>
      </a:lvl4pPr>
      <a:lvl5pPr marL="3517125" indent="-390792" algn="l" defTabSz="781583" rtl="0" eaLnBrk="1" latinLnBrk="0" hangingPunct="1">
        <a:spcBef>
          <a:spcPct val="20000"/>
        </a:spcBef>
        <a:buFont typeface="Arial"/>
        <a:buChar char="»"/>
        <a:defRPr sz="3400" kern="1200">
          <a:solidFill>
            <a:schemeClr val="accent5"/>
          </a:solidFill>
          <a:latin typeface="+mn-lt"/>
          <a:ea typeface="+mn-ea"/>
          <a:cs typeface="+mn-cs"/>
        </a:defRPr>
      </a:lvl5pPr>
      <a:lvl6pPr marL="4298709" indent="-390792" algn="l" defTabSz="781583" rtl="0" eaLnBrk="1" latinLnBrk="0" hangingPunct="1">
        <a:spcBef>
          <a:spcPct val="20000"/>
        </a:spcBef>
        <a:buFont typeface="Arial"/>
        <a:buChar char="•"/>
        <a:defRPr sz="3400" kern="1200">
          <a:solidFill>
            <a:schemeClr val="tx1"/>
          </a:solidFill>
          <a:latin typeface="+mn-lt"/>
          <a:ea typeface="+mn-ea"/>
          <a:cs typeface="+mn-cs"/>
        </a:defRPr>
      </a:lvl6pPr>
      <a:lvl7pPr marL="5080292" indent="-390792" algn="l" defTabSz="781583" rtl="0" eaLnBrk="1" latinLnBrk="0" hangingPunct="1">
        <a:spcBef>
          <a:spcPct val="20000"/>
        </a:spcBef>
        <a:buFont typeface="Arial"/>
        <a:buChar char="•"/>
        <a:defRPr sz="3400" kern="1200">
          <a:solidFill>
            <a:schemeClr val="tx1"/>
          </a:solidFill>
          <a:latin typeface="+mn-lt"/>
          <a:ea typeface="+mn-ea"/>
          <a:cs typeface="+mn-cs"/>
        </a:defRPr>
      </a:lvl7pPr>
      <a:lvl8pPr marL="5861876" indent="-390792" algn="l" defTabSz="781583" rtl="0" eaLnBrk="1" latinLnBrk="0" hangingPunct="1">
        <a:spcBef>
          <a:spcPct val="20000"/>
        </a:spcBef>
        <a:buFont typeface="Arial"/>
        <a:buChar char="•"/>
        <a:defRPr sz="3400" kern="1200">
          <a:solidFill>
            <a:schemeClr val="tx1"/>
          </a:solidFill>
          <a:latin typeface="+mn-lt"/>
          <a:ea typeface="+mn-ea"/>
          <a:cs typeface="+mn-cs"/>
        </a:defRPr>
      </a:lvl8pPr>
      <a:lvl9pPr marL="6643459" indent="-390792" algn="l" defTabSz="781583" rtl="0" eaLnBrk="1" latinLnBrk="0" hangingPunct="1">
        <a:spcBef>
          <a:spcPct val="20000"/>
        </a:spcBef>
        <a:buFont typeface="Arial"/>
        <a:buChar char="•"/>
        <a:defRPr sz="3400" kern="1200">
          <a:solidFill>
            <a:schemeClr val="tx1"/>
          </a:solidFill>
          <a:latin typeface="+mn-lt"/>
          <a:ea typeface="+mn-ea"/>
          <a:cs typeface="+mn-cs"/>
        </a:defRPr>
      </a:lvl9pPr>
    </p:bodyStyle>
    <p:other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mailto:kelleyt@algonquincollege.com"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Knowledge Representation and Prolog</a:t>
            </a:r>
          </a:p>
        </p:txBody>
      </p:sp>
      <p:sp>
        <p:nvSpPr>
          <p:cNvPr id="5" name="Slide Number Placeholder 4"/>
          <p:cNvSpPr>
            <a:spLocks noGrp="1"/>
          </p:cNvSpPr>
          <p:nvPr>
            <p:ph type="sldNum" sz="quarter" idx="11"/>
          </p:nvPr>
        </p:nvSpPr>
        <p:spPr>
          <a:xfrm>
            <a:off x="199082" y="8572491"/>
            <a:ext cx="529132" cy="486834"/>
          </a:xfrm>
        </p:spPr>
        <p:txBody>
          <a:bodyPr/>
          <a:lstStyle/>
          <a:p>
            <a:fld id="{DEF3F5F5-7776-394F-A41F-3BAFC9CC9F8E}" type="slidenum">
              <a:rPr lang="en-US" smtClean="0"/>
              <a:pPr/>
              <a:t>1</a:t>
            </a:fld>
            <a:endParaRPr lang="en-US" dirty="0"/>
          </a:p>
        </p:txBody>
      </p:sp>
    </p:spTree>
    <p:extLst>
      <p:ext uri="{BB962C8B-B14F-4D97-AF65-F5344CB8AC3E}">
        <p14:creationId xmlns:p14="http://schemas.microsoft.com/office/powerpoint/2010/main" val="357303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t>Welcome</a:t>
            </a:r>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2</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pPr marL="457200" indent="-457200">
              <a:buFont typeface="Arial" panose="020B0604020202020204" pitchFamily="34" charset="0"/>
              <a:buChar char="•"/>
            </a:pPr>
            <a:r>
              <a:rPr lang="en-CA" dirty="0"/>
              <a:t>CST8503: Knowledge Representation and Reasoning</a:t>
            </a:r>
          </a:p>
          <a:p>
            <a:pPr marL="457200" indent="-457200">
              <a:buFont typeface="Arial" panose="020B0604020202020204" pitchFamily="34" charset="0"/>
              <a:buChar char="•"/>
            </a:pPr>
            <a:r>
              <a:rPr lang="en-CA" dirty="0"/>
              <a:t>Meet your Professor</a:t>
            </a:r>
          </a:p>
          <a:p>
            <a:pPr lvl="1" indent="0">
              <a:buNone/>
            </a:pPr>
            <a:r>
              <a:rPr lang="en-CA" dirty="0"/>
              <a:t>Todd Kelley</a:t>
            </a:r>
          </a:p>
          <a:p>
            <a:pPr lvl="1" indent="0">
              <a:buNone/>
            </a:pPr>
            <a:r>
              <a:rPr lang="en-CA" dirty="0"/>
              <a:t>Office: T315</a:t>
            </a:r>
          </a:p>
          <a:p>
            <a:pPr lvl="1" indent="0">
              <a:buNone/>
            </a:pPr>
            <a:r>
              <a:rPr lang="en-CA" dirty="0"/>
              <a:t>Phone: 613-727-4723 x7474</a:t>
            </a:r>
          </a:p>
          <a:p>
            <a:pPr lvl="1" indent="0">
              <a:buNone/>
            </a:pPr>
            <a:r>
              <a:rPr lang="en-CA" dirty="0"/>
              <a:t>Email: </a:t>
            </a:r>
            <a:r>
              <a:rPr lang="en-CA" dirty="0">
                <a:hlinkClick r:id="rId2"/>
              </a:rPr>
              <a:t>kelleyt@algonquincollege.com</a:t>
            </a:r>
            <a:endParaRPr lang="en-CA" dirty="0"/>
          </a:p>
          <a:p>
            <a:pPr marL="457200" indent="-457200">
              <a:buFont typeface="Arial" panose="020B0604020202020204" pitchFamily="34" charset="0"/>
              <a:buChar char="•"/>
            </a:pPr>
            <a:r>
              <a:rPr lang="en-CA" dirty="0"/>
              <a:t>Contact your Professor</a:t>
            </a:r>
          </a:p>
          <a:p>
            <a:pPr marL="1727273" lvl="1" indent="-457200">
              <a:buFont typeface="Arial" panose="020B0604020202020204" pitchFamily="34" charset="0"/>
              <a:buChar char="•"/>
            </a:pPr>
            <a:r>
              <a:rPr lang="en-CA" dirty="0"/>
              <a:t>email me with enquiries (can expect reply same or next day)</a:t>
            </a:r>
          </a:p>
          <a:p>
            <a:pPr marL="1727273" lvl="1" indent="-457200">
              <a:buFont typeface="Arial" panose="020B0604020202020204" pitchFamily="34" charset="0"/>
              <a:buChar char="•"/>
            </a:pPr>
            <a:r>
              <a:rPr lang="en-CA" dirty="0"/>
              <a:t>email me to arrange office-hour style meetings</a:t>
            </a:r>
          </a:p>
        </p:txBody>
      </p:sp>
    </p:spTree>
    <p:extLst>
      <p:ext uri="{BB962C8B-B14F-4D97-AF65-F5344CB8AC3E}">
        <p14:creationId xmlns:p14="http://schemas.microsoft.com/office/powerpoint/2010/main" val="826628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t>Welcome</a:t>
            </a:r>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3</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pPr marL="457200">
              <a:buFont typeface="Arial" panose="020B0604020202020204" pitchFamily="34" charset="0"/>
              <a:buChar char="•"/>
            </a:pPr>
            <a:endParaRPr lang="en-CA" dirty="0"/>
          </a:p>
          <a:p>
            <a:pPr marL="457200">
              <a:buFont typeface="Arial" panose="020B0604020202020204" pitchFamily="34" charset="0"/>
              <a:buChar char="•"/>
            </a:pPr>
            <a:r>
              <a:rPr lang="en-CA" dirty="0"/>
              <a:t> Student in the University of Toronto Knowledge Representation group '91-'99</a:t>
            </a:r>
          </a:p>
          <a:p>
            <a:pPr marL="1727273" lvl="1">
              <a:buFont typeface="Arial" panose="020B0604020202020204" pitchFamily="34" charset="0"/>
              <a:buChar char="•"/>
            </a:pPr>
            <a:r>
              <a:rPr lang="en-CA" dirty="0"/>
              <a:t>Presented papers at </a:t>
            </a:r>
          </a:p>
          <a:p>
            <a:pPr marL="2477567" lvl="2">
              <a:buFont typeface="Arial" panose="020B0604020202020204" pitchFamily="34" charset="0"/>
              <a:buChar char="•"/>
            </a:pPr>
            <a:r>
              <a:rPr lang="en-CA" dirty="0"/>
              <a:t>KR '96 in Boston</a:t>
            </a:r>
          </a:p>
          <a:p>
            <a:pPr marL="2477567" lvl="2">
              <a:buFont typeface="Arial" panose="020B0604020202020204" pitchFamily="34" charset="0"/>
              <a:buChar char="•"/>
            </a:pPr>
            <a:r>
              <a:rPr lang="en-CA" dirty="0" err="1"/>
              <a:t>Commonsense</a:t>
            </a:r>
            <a:r>
              <a:rPr lang="en-CA" dirty="0"/>
              <a:t> '96 at Stanford</a:t>
            </a:r>
          </a:p>
          <a:p>
            <a:pPr marL="2477567" lvl="2">
              <a:buFont typeface="Arial" panose="020B0604020202020204" pitchFamily="34" charset="0"/>
              <a:buChar char="•"/>
            </a:pPr>
            <a:endParaRPr lang="en-CA" dirty="0"/>
          </a:p>
          <a:p>
            <a:pPr marL="457200">
              <a:buFont typeface="Arial" panose="020B0604020202020204" pitchFamily="34" charset="0"/>
              <a:buChar char="•"/>
            </a:pPr>
            <a:r>
              <a:rPr lang="en-US" dirty="0"/>
              <a:t> Research Interests</a:t>
            </a:r>
          </a:p>
          <a:p>
            <a:pPr marL="1727273" lvl="1">
              <a:buFont typeface="Arial" panose="020B0604020202020204" pitchFamily="34" charset="0"/>
              <a:buChar char="•"/>
            </a:pPr>
            <a:r>
              <a:rPr lang="en-CA" dirty="0"/>
              <a:t>Automated Reasoning about Physical Systems</a:t>
            </a:r>
          </a:p>
        </p:txBody>
      </p:sp>
    </p:spTree>
    <p:extLst>
      <p:ext uri="{BB962C8B-B14F-4D97-AF65-F5344CB8AC3E}">
        <p14:creationId xmlns:p14="http://schemas.microsoft.com/office/powerpoint/2010/main" val="1564822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416011"/>
            <a:ext cx="9475914" cy="578521"/>
          </a:xfrm>
        </p:spPr>
        <p:txBody>
          <a:bodyPr/>
          <a:lstStyle/>
          <a:p>
            <a:r>
              <a:rPr lang="en-US" dirty="0"/>
              <a:t>Logistics</a:t>
            </a:r>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4</a:t>
            </a:fld>
            <a:endParaRPr lang="en-US" dirty="0"/>
          </a:p>
        </p:txBody>
      </p:sp>
      <p:sp>
        <p:nvSpPr>
          <p:cNvPr id="8" name="Text Placeholder 7"/>
          <p:cNvSpPr>
            <a:spLocks noGrp="1"/>
          </p:cNvSpPr>
          <p:nvPr>
            <p:ph type="body" sz="quarter" idx="15"/>
          </p:nvPr>
        </p:nvSpPr>
        <p:spPr>
          <a:xfrm>
            <a:off x="812881" y="994531"/>
            <a:ext cx="14904913" cy="7304341"/>
          </a:xfrm>
        </p:spPr>
        <p:txBody>
          <a:bodyPr/>
          <a:lstStyle/>
          <a:p>
            <a:pPr marL="457200" indent="-457200">
              <a:buFont typeface="Arial" panose="020B0604020202020204" pitchFamily="34" charset="0"/>
              <a:buChar char="•"/>
            </a:pPr>
            <a:r>
              <a:rPr lang="en-CA" dirty="0"/>
              <a:t>Weekly schedule</a:t>
            </a:r>
          </a:p>
          <a:p>
            <a:pPr marL="1727273" lvl="1" indent="-457200">
              <a:buFont typeface="Arial" panose="020B0604020202020204" pitchFamily="34" charset="0"/>
              <a:buChar char="•"/>
            </a:pPr>
            <a:r>
              <a:rPr lang="en-CA" dirty="0"/>
              <a:t>Lecture Thursdays 2-4pm in A1120</a:t>
            </a:r>
          </a:p>
          <a:p>
            <a:pPr marL="1727273" lvl="1" indent="-457200">
              <a:buFont typeface="Arial" panose="020B0604020202020204" pitchFamily="34" charset="0"/>
              <a:buChar char="•"/>
            </a:pPr>
            <a:r>
              <a:rPr lang="en-CA" dirty="0"/>
              <a:t>Section 301 Labs Thursdays 11:30am – 1:30pm in J210</a:t>
            </a:r>
          </a:p>
          <a:p>
            <a:pPr marL="1727273" lvl="1" indent="-457200">
              <a:buFont typeface="Arial" panose="020B0604020202020204" pitchFamily="34" charset="0"/>
              <a:buChar char="•"/>
            </a:pPr>
            <a:r>
              <a:rPr lang="en-CA" dirty="0"/>
              <a:t>Section 302 Labs Tuesdays 5:00-7:00pm in B220</a:t>
            </a:r>
          </a:p>
          <a:p>
            <a:pPr marL="1727273" lvl="1" indent="-457200">
              <a:buFont typeface="Arial" panose="020B0604020202020204" pitchFamily="34" charset="0"/>
              <a:buChar char="•"/>
            </a:pPr>
            <a:r>
              <a:rPr lang="en-CA" dirty="0"/>
              <a:t>One hour (average) of asynchronous (Hybrid) activity</a:t>
            </a:r>
          </a:p>
          <a:p>
            <a:pPr marL="1727273" lvl="1" indent="-457200">
              <a:buFont typeface="Arial" panose="020B0604020202020204" pitchFamily="34" charset="0"/>
              <a:buChar char="•"/>
            </a:pPr>
            <a:r>
              <a:rPr lang="en-CA" dirty="0"/>
              <a:t>Let's look at the Weekly Schedule on Brightspace</a:t>
            </a:r>
          </a:p>
          <a:p>
            <a:pPr marL="457200" indent="-457200">
              <a:buFont typeface="Arial" panose="020B0604020202020204" pitchFamily="34" charset="0"/>
              <a:buChar char="•"/>
            </a:pPr>
            <a:r>
              <a:rPr lang="en-US" dirty="0"/>
              <a:t>Let's look at the submission requirements on Brightspace (Weekly Schedule)</a:t>
            </a:r>
          </a:p>
          <a:p>
            <a:pPr marL="457200" indent="-457200">
              <a:buFont typeface="Arial" panose="020B0604020202020204" pitchFamily="34" charset="0"/>
              <a:buChar char="•"/>
            </a:pPr>
            <a:r>
              <a:rPr lang="en-US" dirty="0"/>
              <a:t>Late lab/assignment submissions are not accepted but you have a grace period (8:00am following business day) for submissions.</a:t>
            </a:r>
          </a:p>
          <a:p>
            <a:pPr marL="457200" indent="-457200">
              <a:buFont typeface="Arial" panose="020B0604020202020204" pitchFamily="34" charset="0"/>
              <a:buChar char="•"/>
            </a:pPr>
            <a:r>
              <a:rPr lang="en-US" dirty="0"/>
              <a:t>Demonstrations must be done before the end of the lab period following the due date.</a:t>
            </a:r>
          </a:p>
        </p:txBody>
      </p:sp>
    </p:spTree>
    <p:extLst>
      <p:ext uri="{BB962C8B-B14F-4D97-AF65-F5344CB8AC3E}">
        <p14:creationId xmlns:p14="http://schemas.microsoft.com/office/powerpoint/2010/main" val="61175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t>Lesson Overview (Agenda)</a:t>
            </a:r>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5</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r>
              <a:rPr lang="en-US" dirty="0">
                <a:latin typeface="Helvetica" panose="020B0604020202020204" pitchFamily="34" charset="0"/>
                <a:cs typeface="Helvetica" panose="020B0604020202020204" pitchFamily="34" charset="0"/>
              </a:rPr>
              <a:t>In the following lesson, we will explore:</a:t>
            </a:r>
          </a:p>
          <a:p>
            <a:pPr marL="385763" indent="-385763">
              <a:buFont typeface="+mj-lt"/>
              <a:buAutoNum type="arabicPeriod"/>
            </a:pPr>
            <a:r>
              <a:rPr lang="en-US" dirty="0">
                <a:latin typeface="Helvetica" panose="020B0604020202020204" pitchFamily="34" charset="0"/>
                <a:cs typeface="Helvetica" panose="020B0604020202020204" pitchFamily="34" charset="0"/>
              </a:rPr>
              <a:t>Knowledge Representation vs Machine Learning vs Artificial Intelligence</a:t>
            </a:r>
          </a:p>
          <a:p>
            <a:pPr marL="385763" indent="-385763">
              <a:buFont typeface="+mj-lt"/>
              <a:buAutoNum type="arabicPeriod"/>
            </a:pPr>
            <a:r>
              <a:rPr lang="en-US" dirty="0">
                <a:latin typeface="Helvetica" panose="020B0604020202020204" pitchFamily="34" charset="0"/>
                <a:cs typeface="Helvetica" panose="020B0604020202020204" pitchFamily="34" charset="0"/>
              </a:rPr>
              <a:t>Declarative Knowledge</a:t>
            </a:r>
          </a:p>
          <a:p>
            <a:pPr marL="385763" indent="-385763">
              <a:buFont typeface="+mj-lt"/>
              <a:buAutoNum type="arabicPeriod"/>
            </a:pPr>
            <a:r>
              <a:rPr lang="en-US" dirty="0">
                <a:latin typeface="Helvetica" panose="020B0604020202020204" pitchFamily="34" charset="0"/>
                <a:cs typeface="Helvetica" panose="020B0604020202020204" pitchFamily="34" charset="0"/>
              </a:rPr>
              <a:t>Declarative Programming</a:t>
            </a:r>
          </a:p>
          <a:p>
            <a:pPr marL="385763" indent="-385763">
              <a:buFont typeface="+mj-lt"/>
              <a:buAutoNum type="arabicPeriod"/>
            </a:pPr>
            <a:r>
              <a:rPr lang="en-US" dirty="0">
                <a:latin typeface="Helvetica" panose="020B0604020202020204" pitchFamily="34" charset="0"/>
                <a:cs typeface="Helvetica" panose="020B0604020202020204" pitchFamily="34" charset="0"/>
              </a:rPr>
              <a:t>Prolog Programming</a:t>
            </a:r>
          </a:p>
          <a:p>
            <a:endParaRPr lang="en-US" dirty="0"/>
          </a:p>
        </p:txBody>
      </p:sp>
    </p:spTree>
    <p:extLst>
      <p:ext uri="{BB962C8B-B14F-4D97-AF65-F5344CB8AC3E}">
        <p14:creationId xmlns:p14="http://schemas.microsoft.com/office/powerpoint/2010/main" val="3879758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latin typeface="Helvetica" panose="020B0604020202020204" pitchFamily="34" charset="0"/>
                <a:cs typeface="Helvetica" panose="020B0604020202020204" pitchFamily="34" charset="0"/>
              </a:rPr>
              <a:t>Knowledge Representation</a:t>
            </a:r>
            <a:endParaRPr lang="en-US" dirty="0"/>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6</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r>
              <a:rPr lang="en-US" dirty="0"/>
              <a:t>When we are first learning about the following topics, including their similarities and differences, we will notice some distracting words:</a:t>
            </a:r>
          </a:p>
          <a:p>
            <a:r>
              <a:rPr lang="en-US" dirty="0"/>
              <a:t>Artificial </a:t>
            </a:r>
            <a:r>
              <a:rPr lang="en-US" dirty="0">
                <a:solidFill>
                  <a:srgbClr val="FF0000"/>
                </a:solidFill>
              </a:rPr>
              <a:t>Intelligence</a:t>
            </a:r>
          </a:p>
          <a:p>
            <a:r>
              <a:rPr lang="en-US" dirty="0">
                <a:solidFill>
                  <a:srgbClr val="FF0000"/>
                </a:solidFill>
              </a:rPr>
              <a:t>Knowledge</a:t>
            </a:r>
            <a:r>
              <a:rPr lang="en-US" dirty="0"/>
              <a:t> Representation</a:t>
            </a:r>
          </a:p>
          <a:p>
            <a:r>
              <a:rPr lang="en-US" dirty="0"/>
              <a:t>Machine </a:t>
            </a:r>
            <a:r>
              <a:rPr lang="en-US" dirty="0">
                <a:solidFill>
                  <a:srgbClr val="FF0000"/>
                </a:solidFill>
              </a:rPr>
              <a:t>Learning</a:t>
            </a:r>
          </a:p>
          <a:p>
            <a:r>
              <a:rPr lang="en-US" dirty="0"/>
              <a:t>We all have intuitions about the definitions of "intelligence", "knowledge", and "learning", but those intuitions are not necessarily helpful in distinguishing between what these topics mean in practice</a:t>
            </a:r>
          </a:p>
        </p:txBody>
      </p:sp>
    </p:spTree>
    <p:extLst>
      <p:ext uri="{BB962C8B-B14F-4D97-AF65-F5344CB8AC3E}">
        <p14:creationId xmlns:p14="http://schemas.microsoft.com/office/powerpoint/2010/main" val="3105817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5FEA5-E237-DA4F-A7FE-A1CE5EC51DD7}"/>
              </a:ext>
            </a:extLst>
          </p:cNvPr>
          <p:cNvSpPr>
            <a:spLocks noGrp="1"/>
          </p:cNvSpPr>
          <p:nvPr>
            <p:ph type="title"/>
          </p:nvPr>
        </p:nvSpPr>
        <p:spPr/>
        <p:txBody>
          <a:bodyPr/>
          <a:lstStyle/>
          <a:p>
            <a:r>
              <a:rPr lang="en-US" dirty="0"/>
              <a:t>Artificial Intelligence</a:t>
            </a:r>
          </a:p>
        </p:txBody>
      </p:sp>
      <p:sp>
        <p:nvSpPr>
          <p:cNvPr id="3" name="Text Placeholder 2">
            <a:extLst>
              <a:ext uri="{FF2B5EF4-FFF2-40B4-BE49-F238E27FC236}">
                <a16:creationId xmlns:a16="http://schemas.microsoft.com/office/drawing/2014/main" id="{826E0063-FE6E-5F4D-84D0-F51E993DA731}"/>
              </a:ext>
            </a:extLst>
          </p:cNvPr>
          <p:cNvSpPr>
            <a:spLocks noGrp="1"/>
          </p:cNvSpPr>
          <p:nvPr>
            <p:ph type="body" sz="quarter" idx="15"/>
          </p:nvPr>
        </p:nvSpPr>
        <p:spPr>
          <a:xfrm>
            <a:off x="812882" y="1704109"/>
            <a:ext cx="11615780" cy="5831225"/>
          </a:xfrm>
        </p:spPr>
        <p:txBody>
          <a:bodyPr/>
          <a:lstStyle/>
          <a:p>
            <a:r>
              <a:rPr lang="en-US" dirty="0"/>
              <a:t>Artificial Intelligence Software: a category of software solutions to problems that have often been thought to require or benefit from intelligence.</a:t>
            </a:r>
          </a:p>
          <a:p>
            <a:r>
              <a:rPr lang="en-US" dirty="0"/>
              <a:t>But what is intelligence?</a:t>
            </a:r>
          </a:p>
          <a:p>
            <a:r>
              <a:rPr lang="en-US" dirty="0"/>
              <a:t>Short answer: you already know vaguely what intelligence is, and it's difficult to know more precisely.</a:t>
            </a:r>
          </a:p>
          <a:p>
            <a:r>
              <a:rPr lang="en-US" dirty="0"/>
              <a:t>Alan Turing tried to characterize what intelligence is as mathematically as he could, using what we know as the Turing Test for Artificial Intelligence</a:t>
            </a:r>
          </a:p>
        </p:txBody>
      </p:sp>
      <p:sp>
        <p:nvSpPr>
          <p:cNvPr id="5" name="Slide Number Placeholder 4">
            <a:extLst>
              <a:ext uri="{FF2B5EF4-FFF2-40B4-BE49-F238E27FC236}">
                <a16:creationId xmlns:a16="http://schemas.microsoft.com/office/drawing/2014/main" id="{AD4261F1-E591-5B4E-B472-603DF4C48D74}"/>
              </a:ext>
            </a:extLst>
          </p:cNvPr>
          <p:cNvSpPr>
            <a:spLocks noGrp="1"/>
          </p:cNvSpPr>
          <p:nvPr>
            <p:ph type="sldNum" sz="quarter" idx="19"/>
          </p:nvPr>
        </p:nvSpPr>
        <p:spPr/>
        <p:txBody>
          <a:bodyPr/>
          <a:lstStyle/>
          <a:p>
            <a:fld id="{DEF3F5F5-7776-394F-A41F-3BAFC9CC9F8E}" type="slidenum">
              <a:rPr lang="en-US" smtClean="0"/>
              <a:pPr/>
              <a:t>7</a:t>
            </a:fld>
            <a:endParaRPr lang="en-US" dirty="0"/>
          </a:p>
        </p:txBody>
      </p:sp>
    </p:spTree>
    <p:extLst>
      <p:ext uri="{BB962C8B-B14F-4D97-AF65-F5344CB8AC3E}">
        <p14:creationId xmlns:p14="http://schemas.microsoft.com/office/powerpoint/2010/main" val="3859494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8CB-6E8E-1443-BC40-C8C3CFA4C9AF}"/>
              </a:ext>
            </a:extLst>
          </p:cNvPr>
          <p:cNvSpPr>
            <a:spLocks noGrp="1"/>
          </p:cNvSpPr>
          <p:nvPr>
            <p:ph type="title"/>
          </p:nvPr>
        </p:nvSpPr>
        <p:spPr/>
        <p:txBody>
          <a:bodyPr/>
          <a:lstStyle/>
          <a:p>
            <a:r>
              <a:rPr lang="en-US" dirty="0"/>
              <a:t>Turing Test for intelligence</a:t>
            </a:r>
          </a:p>
        </p:txBody>
      </p:sp>
      <p:sp>
        <p:nvSpPr>
          <p:cNvPr id="3" name="Text Placeholder 2">
            <a:extLst>
              <a:ext uri="{FF2B5EF4-FFF2-40B4-BE49-F238E27FC236}">
                <a16:creationId xmlns:a16="http://schemas.microsoft.com/office/drawing/2014/main" id="{8D99AB3B-8344-DF44-90CE-308C85104AE9}"/>
              </a:ext>
            </a:extLst>
          </p:cNvPr>
          <p:cNvSpPr>
            <a:spLocks noGrp="1"/>
          </p:cNvSpPr>
          <p:nvPr>
            <p:ph type="body" sz="quarter" idx="15"/>
          </p:nvPr>
        </p:nvSpPr>
        <p:spPr>
          <a:xfrm>
            <a:off x="812882" y="1911927"/>
            <a:ext cx="11615780" cy="5623407"/>
          </a:xfrm>
        </p:spPr>
        <p:txBody>
          <a:bodyPr/>
          <a:lstStyle/>
          <a:p>
            <a:r>
              <a:rPr lang="en-US" dirty="0"/>
              <a:t>Alan Turing tried to characterize intelligence as mathematically as he could with the Turing Test: </a:t>
            </a:r>
          </a:p>
          <a:p>
            <a:r>
              <a:rPr lang="en-US" dirty="0"/>
              <a:t>Under certain conditions, if the software system convinces you that it has intelligence, then that software system passes the Turing Test for intelligence.</a:t>
            </a:r>
          </a:p>
          <a:p>
            <a:r>
              <a:rPr lang="en-US" dirty="0"/>
              <a:t>Passing the Turing Test is thought to require intelligence, because even if the intelligence is faked, it takes intelligence to successfully fake intelligence</a:t>
            </a:r>
          </a:p>
          <a:p>
            <a:r>
              <a:rPr lang="en-US" dirty="0"/>
              <a:t>The above sentence puts a large burden on "successfully fake"</a:t>
            </a:r>
          </a:p>
        </p:txBody>
      </p:sp>
      <p:sp>
        <p:nvSpPr>
          <p:cNvPr id="5" name="Slide Number Placeholder 4">
            <a:extLst>
              <a:ext uri="{FF2B5EF4-FFF2-40B4-BE49-F238E27FC236}">
                <a16:creationId xmlns:a16="http://schemas.microsoft.com/office/drawing/2014/main" id="{4AFD66D7-520C-B943-85CF-85D3E71B85BD}"/>
              </a:ext>
            </a:extLst>
          </p:cNvPr>
          <p:cNvSpPr>
            <a:spLocks noGrp="1"/>
          </p:cNvSpPr>
          <p:nvPr>
            <p:ph type="sldNum" sz="quarter" idx="19"/>
          </p:nvPr>
        </p:nvSpPr>
        <p:spPr/>
        <p:txBody>
          <a:bodyPr/>
          <a:lstStyle/>
          <a:p>
            <a:fld id="{DEF3F5F5-7776-394F-A41F-3BAFC9CC9F8E}" type="slidenum">
              <a:rPr lang="en-US" smtClean="0"/>
              <a:pPr/>
              <a:t>8</a:t>
            </a:fld>
            <a:endParaRPr lang="en-US" dirty="0"/>
          </a:p>
        </p:txBody>
      </p:sp>
    </p:spTree>
    <p:extLst>
      <p:ext uri="{BB962C8B-B14F-4D97-AF65-F5344CB8AC3E}">
        <p14:creationId xmlns:p14="http://schemas.microsoft.com/office/powerpoint/2010/main" val="148343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6882E-8123-0949-8BA5-E87BDFEAA9E9}"/>
              </a:ext>
            </a:extLst>
          </p:cNvPr>
          <p:cNvSpPr>
            <a:spLocks noGrp="1"/>
          </p:cNvSpPr>
          <p:nvPr>
            <p:ph type="title"/>
          </p:nvPr>
        </p:nvSpPr>
        <p:spPr>
          <a:xfrm>
            <a:off x="812878" y="287977"/>
            <a:ext cx="13318757" cy="1335973"/>
          </a:xfrm>
        </p:spPr>
        <p:txBody>
          <a:bodyPr/>
          <a:lstStyle/>
          <a:p>
            <a:r>
              <a:rPr lang="en-US" dirty="0"/>
              <a:t>Artificial Intelligence (for our purposes)</a:t>
            </a:r>
          </a:p>
        </p:txBody>
      </p:sp>
      <p:sp>
        <p:nvSpPr>
          <p:cNvPr id="3" name="Text Placeholder 2">
            <a:extLst>
              <a:ext uri="{FF2B5EF4-FFF2-40B4-BE49-F238E27FC236}">
                <a16:creationId xmlns:a16="http://schemas.microsoft.com/office/drawing/2014/main" id="{B748F33E-F070-9842-BB95-F2D6BE481FFD}"/>
              </a:ext>
            </a:extLst>
          </p:cNvPr>
          <p:cNvSpPr>
            <a:spLocks noGrp="1"/>
          </p:cNvSpPr>
          <p:nvPr>
            <p:ph type="body" sz="quarter" idx="15"/>
          </p:nvPr>
        </p:nvSpPr>
        <p:spPr>
          <a:xfrm>
            <a:off x="812879" y="1623949"/>
            <a:ext cx="11615780" cy="6522523"/>
          </a:xfrm>
        </p:spPr>
        <p:txBody>
          <a:bodyPr/>
          <a:lstStyle/>
          <a:p>
            <a:r>
              <a:rPr lang="en-US" dirty="0"/>
              <a:t>A vague definition of intelligence (what you already think it is) is sufficient for our purposes, and the Turing Test does not help us much.</a:t>
            </a:r>
          </a:p>
          <a:p>
            <a:r>
              <a:rPr lang="en-US" dirty="0"/>
              <a:t>Artificial Intelligence Software is a broad category of software solutions that involve techniques from some combination of</a:t>
            </a:r>
          </a:p>
          <a:p>
            <a:pPr marL="457200" indent="-457200">
              <a:buFont typeface="Arial" panose="020B0604020202020204" pitchFamily="34" charset="0"/>
              <a:buChar char="•"/>
            </a:pPr>
            <a:r>
              <a:rPr lang="en-US" dirty="0"/>
              <a:t>Machine Learning (other courses in the Program of Study)</a:t>
            </a:r>
          </a:p>
          <a:p>
            <a:pPr marL="1727273" lvl="1" indent="-457200">
              <a:buFont typeface="Arial" panose="020B0604020202020204" pitchFamily="34" charset="0"/>
              <a:buChar char="•"/>
            </a:pPr>
            <a:r>
              <a:rPr lang="en-US" dirty="0"/>
              <a:t>Supervised</a:t>
            </a:r>
          </a:p>
          <a:p>
            <a:pPr marL="1727273" lvl="1" indent="-457200">
              <a:buFont typeface="Arial" panose="020B0604020202020204" pitchFamily="34" charset="0"/>
              <a:buChar char="•"/>
            </a:pPr>
            <a:r>
              <a:rPr lang="en-US" dirty="0"/>
              <a:t>Unsupervised</a:t>
            </a:r>
          </a:p>
          <a:p>
            <a:pPr marL="1727273" lvl="1" indent="-457200">
              <a:buFont typeface="Arial" panose="020B0604020202020204" pitchFamily="34" charset="0"/>
              <a:buChar char="•"/>
            </a:pPr>
            <a:r>
              <a:rPr lang="en-US" dirty="0"/>
              <a:t>Reinforcement Learning (Level II)</a:t>
            </a:r>
          </a:p>
          <a:p>
            <a:pPr marL="457200" indent="-457200">
              <a:buFont typeface="Arial" panose="020B0604020202020204" pitchFamily="34" charset="0"/>
              <a:buChar char="•"/>
            </a:pPr>
            <a:r>
              <a:rPr lang="en-US" dirty="0"/>
              <a:t>Knowledge Representation (this course)</a:t>
            </a:r>
          </a:p>
          <a:p>
            <a:endParaRPr lang="en-US" dirty="0"/>
          </a:p>
        </p:txBody>
      </p:sp>
      <p:sp>
        <p:nvSpPr>
          <p:cNvPr id="5" name="Slide Number Placeholder 4">
            <a:extLst>
              <a:ext uri="{FF2B5EF4-FFF2-40B4-BE49-F238E27FC236}">
                <a16:creationId xmlns:a16="http://schemas.microsoft.com/office/drawing/2014/main" id="{52C3BD64-4E4E-4E41-92A5-37E7E60DE611}"/>
              </a:ext>
            </a:extLst>
          </p:cNvPr>
          <p:cNvSpPr>
            <a:spLocks noGrp="1"/>
          </p:cNvSpPr>
          <p:nvPr>
            <p:ph type="sldNum" sz="quarter" idx="19"/>
          </p:nvPr>
        </p:nvSpPr>
        <p:spPr/>
        <p:txBody>
          <a:bodyPr/>
          <a:lstStyle/>
          <a:p>
            <a:fld id="{DEF3F5F5-7776-394F-A41F-3BAFC9CC9F8E}" type="slidenum">
              <a:rPr lang="en-US" smtClean="0"/>
              <a:pPr/>
              <a:t>9</a:t>
            </a:fld>
            <a:endParaRPr lang="en-US" dirty="0"/>
          </a:p>
        </p:txBody>
      </p:sp>
    </p:spTree>
    <p:extLst>
      <p:ext uri="{BB962C8B-B14F-4D97-AF65-F5344CB8AC3E}">
        <p14:creationId xmlns:p14="http://schemas.microsoft.com/office/powerpoint/2010/main" val="4279015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22D55-1A2D-B345-811D-009F16734E7E}"/>
              </a:ext>
            </a:extLst>
          </p:cNvPr>
          <p:cNvSpPr>
            <a:spLocks noGrp="1"/>
          </p:cNvSpPr>
          <p:nvPr>
            <p:ph type="title"/>
          </p:nvPr>
        </p:nvSpPr>
        <p:spPr>
          <a:xfrm>
            <a:off x="937572" y="338874"/>
            <a:ext cx="9475914" cy="1335973"/>
          </a:xfrm>
        </p:spPr>
        <p:txBody>
          <a:bodyPr/>
          <a:lstStyle/>
          <a:p>
            <a:r>
              <a:rPr lang="en-US" dirty="0"/>
              <a:t>Machine Learning versus Knowledge Representation</a:t>
            </a:r>
          </a:p>
        </p:txBody>
      </p:sp>
      <p:sp>
        <p:nvSpPr>
          <p:cNvPr id="3" name="Text Placeholder 2">
            <a:extLst>
              <a:ext uri="{FF2B5EF4-FFF2-40B4-BE49-F238E27FC236}">
                <a16:creationId xmlns:a16="http://schemas.microsoft.com/office/drawing/2014/main" id="{60675C16-2253-8547-B14B-B8981DF0948A}"/>
              </a:ext>
            </a:extLst>
          </p:cNvPr>
          <p:cNvSpPr>
            <a:spLocks noGrp="1"/>
          </p:cNvSpPr>
          <p:nvPr>
            <p:ph type="body" sz="quarter" idx="15"/>
          </p:nvPr>
        </p:nvSpPr>
        <p:spPr>
          <a:xfrm>
            <a:off x="812879" y="1674846"/>
            <a:ext cx="13277194" cy="6457771"/>
          </a:xfrm>
        </p:spPr>
        <p:txBody>
          <a:bodyPr/>
          <a:lstStyle/>
          <a:p>
            <a:r>
              <a:rPr lang="en-US" dirty="0"/>
              <a:t>At some level, Machine Learning is about </a:t>
            </a:r>
            <a:r>
              <a:rPr lang="en-US" b="1" dirty="0"/>
              <a:t>finding patterns in data</a:t>
            </a:r>
            <a:r>
              <a:rPr lang="en-US" dirty="0"/>
              <a:t>:</a:t>
            </a:r>
          </a:p>
          <a:p>
            <a:pPr marL="457200" indent="-457200">
              <a:buFont typeface="Arial" panose="020B0604020202020204" pitchFamily="34" charset="0"/>
              <a:buChar char="•"/>
            </a:pPr>
            <a:r>
              <a:rPr lang="en-US" dirty="0"/>
              <a:t>Supervised Learning: labeled data sets containing explicit examples are used to train the system what patterns to look for </a:t>
            </a:r>
          </a:p>
          <a:p>
            <a:pPr marL="457200" indent="-457200">
              <a:buFont typeface="Arial" panose="020B0604020202020204" pitchFamily="34" charset="0"/>
              <a:buChar char="•"/>
            </a:pPr>
            <a:r>
              <a:rPr lang="en-US" dirty="0"/>
              <a:t>Unsupervised Learning: the system looks for patterns in the data using an algorithm, but without explicit examples of what to look for</a:t>
            </a:r>
          </a:p>
          <a:p>
            <a:pPr marL="457200" indent="-457200">
              <a:buFont typeface="Arial" panose="020B0604020202020204" pitchFamily="34" charset="0"/>
              <a:buChar char="•"/>
            </a:pPr>
            <a:r>
              <a:rPr lang="en-US" dirty="0"/>
              <a:t>Reinforcement Learning: an agent-based paradigm where repeatedly an action is chosen in a state according to a policy to receive a reward</a:t>
            </a:r>
          </a:p>
          <a:p>
            <a:pPr marL="1727273" lvl="1" indent="-457200">
              <a:buFont typeface="Arial" panose="020B0604020202020204" pitchFamily="34" charset="0"/>
              <a:buChar char="•"/>
            </a:pPr>
            <a:r>
              <a:rPr lang="en-US" dirty="0"/>
              <a:t>data is the history of rewards, observations, actions</a:t>
            </a:r>
          </a:p>
          <a:p>
            <a:pPr marL="1727273" lvl="1" indent="-457200">
              <a:buFont typeface="Arial" panose="020B0604020202020204" pitchFamily="34" charset="0"/>
              <a:buChar char="•"/>
            </a:pPr>
            <a:r>
              <a:rPr lang="en-US" dirty="0"/>
              <a:t>the patterns in the data are learned by trial and error as the history progresses</a:t>
            </a:r>
          </a:p>
          <a:p>
            <a:endParaRPr lang="en-US" dirty="0"/>
          </a:p>
        </p:txBody>
      </p:sp>
      <p:sp>
        <p:nvSpPr>
          <p:cNvPr id="5" name="Slide Number Placeholder 4">
            <a:extLst>
              <a:ext uri="{FF2B5EF4-FFF2-40B4-BE49-F238E27FC236}">
                <a16:creationId xmlns:a16="http://schemas.microsoft.com/office/drawing/2014/main" id="{86290FC4-CBB7-344D-AE25-F2486109CA3A}"/>
              </a:ext>
            </a:extLst>
          </p:cNvPr>
          <p:cNvSpPr>
            <a:spLocks noGrp="1"/>
          </p:cNvSpPr>
          <p:nvPr>
            <p:ph type="sldNum" sz="quarter" idx="19"/>
          </p:nvPr>
        </p:nvSpPr>
        <p:spPr/>
        <p:txBody>
          <a:bodyPr/>
          <a:lstStyle/>
          <a:p>
            <a:fld id="{DEF3F5F5-7776-394F-A41F-3BAFC9CC9F8E}" type="slidenum">
              <a:rPr lang="en-US" smtClean="0"/>
              <a:pPr/>
              <a:t>10</a:t>
            </a:fld>
            <a:endParaRPr lang="en-US" dirty="0"/>
          </a:p>
        </p:txBody>
      </p:sp>
    </p:spTree>
    <p:extLst>
      <p:ext uri="{BB962C8B-B14F-4D97-AF65-F5344CB8AC3E}">
        <p14:creationId xmlns:p14="http://schemas.microsoft.com/office/powerpoint/2010/main" val="745219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B5E6A-643C-2E43-99F3-6AC6E3C5A1E9}"/>
              </a:ext>
            </a:extLst>
          </p:cNvPr>
          <p:cNvSpPr>
            <a:spLocks noGrp="1"/>
          </p:cNvSpPr>
          <p:nvPr>
            <p:ph type="title"/>
          </p:nvPr>
        </p:nvSpPr>
        <p:spPr>
          <a:xfrm>
            <a:off x="728214" y="394292"/>
            <a:ext cx="9475914" cy="1335973"/>
          </a:xfrm>
        </p:spPr>
        <p:txBody>
          <a:bodyPr/>
          <a:lstStyle/>
          <a:p>
            <a:r>
              <a:rPr lang="en-US" dirty="0"/>
              <a:t>Machine Learning versus Knowledge Representation</a:t>
            </a:r>
          </a:p>
        </p:txBody>
      </p:sp>
      <p:sp>
        <p:nvSpPr>
          <p:cNvPr id="3" name="Text Placeholder 2">
            <a:extLst>
              <a:ext uri="{FF2B5EF4-FFF2-40B4-BE49-F238E27FC236}">
                <a16:creationId xmlns:a16="http://schemas.microsoft.com/office/drawing/2014/main" id="{1D4924B4-2E8A-284E-BA86-79B80A35C2BC}"/>
              </a:ext>
            </a:extLst>
          </p:cNvPr>
          <p:cNvSpPr>
            <a:spLocks noGrp="1"/>
          </p:cNvSpPr>
          <p:nvPr>
            <p:ph type="body" sz="quarter" idx="15"/>
          </p:nvPr>
        </p:nvSpPr>
        <p:spPr>
          <a:xfrm>
            <a:off x="728214" y="1730265"/>
            <a:ext cx="14634937" cy="6180680"/>
          </a:xfrm>
        </p:spPr>
        <p:txBody>
          <a:bodyPr/>
          <a:lstStyle/>
          <a:p>
            <a:r>
              <a:rPr lang="en-US" dirty="0"/>
              <a:t>Knowledge Representation is about </a:t>
            </a:r>
            <a:r>
              <a:rPr lang="en-US" b="1" dirty="0"/>
              <a:t>declarative</a:t>
            </a:r>
            <a:r>
              <a:rPr lang="en-US" dirty="0"/>
              <a:t> forms of knowledge </a:t>
            </a:r>
            <a:r>
              <a:rPr lang="en-CA" dirty="0"/>
              <a:t>suitable for processing by dedicated reasoning engines.</a:t>
            </a:r>
          </a:p>
          <a:p>
            <a:r>
              <a:rPr lang="en-CA" b="1" dirty="0"/>
              <a:t>Declarative knowledge</a:t>
            </a:r>
            <a:r>
              <a:rPr lang="en-CA" dirty="0"/>
              <a:t> : facts and rules (knowledge) that are written in a language (declared)</a:t>
            </a:r>
          </a:p>
          <a:p>
            <a:r>
              <a:rPr lang="en-CA" b="1" dirty="0"/>
              <a:t>KR</a:t>
            </a:r>
            <a:r>
              <a:rPr lang="en-CA" dirty="0"/>
              <a:t>: the patterns (knowledge) is given to the system directly in the form of facts and rules – the system (interpreter) knows how to make use of the patterns without learning them</a:t>
            </a:r>
          </a:p>
          <a:p>
            <a:r>
              <a:rPr lang="en-CA" b="1" dirty="0"/>
              <a:t>Machine learning</a:t>
            </a:r>
            <a:r>
              <a:rPr lang="en-CA" dirty="0"/>
              <a:t>: data comes first - the patterns are in the data set with the labels in the case of supervised learning or often simulators in the case of reinforcement learning, and algorithms discover the patterns</a:t>
            </a:r>
          </a:p>
          <a:p>
            <a:endParaRPr lang="en-US" dirty="0"/>
          </a:p>
        </p:txBody>
      </p:sp>
      <p:sp>
        <p:nvSpPr>
          <p:cNvPr id="5" name="Slide Number Placeholder 4">
            <a:extLst>
              <a:ext uri="{FF2B5EF4-FFF2-40B4-BE49-F238E27FC236}">
                <a16:creationId xmlns:a16="http://schemas.microsoft.com/office/drawing/2014/main" id="{B516B1C8-29AD-A34E-ADEF-98245C01C8FC}"/>
              </a:ext>
            </a:extLst>
          </p:cNvPr>
          <p:cNvSpPr>
            <a:spLocks noGrp="1"/>
          </p:cNvSpPr>
          <p:nvPr>
            <p:ph type="sldNum" sz="quarter" idx="19"/>
          </p:nvPr>
        </p:nvSpPr>
        <p:spPr/>
        <p:txBody>
          <a:bodyPr/>
          <a:lstStyle/>
          <a:p>
            <a:fld id="{DEF3F5F5-7776-394F-A41F-3BAFC9CC9F8E}" type="slidenum">
              <a:rPr lang="en-US" smtClean="0"/>
              <a:pPr/>
              <a:t>11</a:t>
            </a:fld>
            <a:endParaRPr lang="en-US" dirty="0"/>
          </a:p>
        </p:txBody>
      </p:sp>
    </p:spTree>
    <p:extLst>
      <p:ext uri="{BB962C8B-B14F-4D97-AF65-F5344CB8AC3E}">
        <p14:creationId xmlns:p14="http://schemas.microsoft.com/office/powerpoint/2010/main" val="2425720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latin typeface="Helvetica" panose="020B0604020202020204" pitchFamily="34" charset="0"/>
                <a:cs typeface="Helvetica" panose="020B0604020202020204" pitchFamily="34" charset="0"/>
              </a:rPr>
              <a:t>Time to check your learning!</a:t>
            </a:r>
            <a:endParaRPr lang="en-US" dirty="0"/>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12</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r>
              <a:rPr lang="en-US" dirty="0">
                <a:latin typeface="Helvetica" panose="020B0604020202020204" pitchFamily="34" charset="0"/>
                <a:cs typeface="Helvetica" panose="020B0604020202020204" pitchFamily="34" charset="0"/>
              </a:rPr>
              <a:t>Let’s see how many key concepts you recall by answering the following questions!</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How does the computer system obtain the relevant patterns in the data:</a:t>
            </a:r>
          </a:p>
          <a:p>
            <a:pPr marL="1727273" lvl="1"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with supervised Machine Learning?</a:t>
            </a:r>
          </a:p>
          <a:p>
            <a:pPr marL="1727273" lvl="1"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with unsupervised Machine Learning?</a:t>
            </a:r>
          </a:p>
          <a:p>
            <a:pPr marL="1727273" lvl="1"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with Declarative programming?</a:t>
            </a:r>
          </a:p>
          <a:p>
            <a:endParaRPr lang="en-US" dirty="0"/>
          </a:p>
        </p:txBody>
      </p:sp>
    </p:spTree>
    <p:extLst>
      <p:ext uri="{BB962C8B-B14F-4D97-AF65-F5344CB8AC3E}">
        <p14:creationId xmlns:p14="http://schemas.microsoft.com/office/powerpoint/2010/main" val="4104798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latin typeface="Helvetica" panose="020B0604020202020204" pitchFamily="34" charset="0"/>
                <a:cs typeface="Helvetica" panose="020B0604020202020204" pitchFamily="34" charset="0"/>
              </a:rPr>
              <a:t>Declarative Knowledge</a:t>
            </a:r>
            <a:endParaRPr lang="en-US" dirty="0"/>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13</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r>
              <a:rPr lang="en-US" dirty="0"/>
              <a:t>If you're setting out to declare knowledge, then what language should you use to declare things?  There are languages that are designed for that purpose: knowledge representation languages.</a:t>
            </a:r>
          </a:p>
          <a:p>
            <a:r>
              <a:rPr lang="en-US" dirty="0"/>
              <a:t>KR languages are often based on logic</a:t>
            </a:r>
          </a:p>
          <a:p>
            <a:r>
              <a:rPr lang="en-US" dirty="0"/>
              <a:t>Some of the design considerations of KR languages:</a:t>
            </a:r>
          </a:p>
          <a:p>
            <a:pPr marL="457200" indent="-457200">
              <a:buFont typeface="Arial" panose="020B0604020202020204" pitchFamily="34" charset="0"/>
              <a:buChar char="•"/>
            </a:pPr>
            <a:r>
              <a:rPr lang="en-US" dirty="0"/>
              <a:t>Need to be able to represent the following things</a:t>
            </a:r>
          </a:p>
          <a:p>
            <a:pPr marL="1727273" lvl="1" indent="-457200">
              <a:buFont typeface="Arial" panose="020B0604020202020204" pitchFamily="34" charset="0"/>
              <a:buChar char="•"/>
            </a:pPr>
            <a:r>
              <a:rPr lang="en-US" dirty="0"/>
              <a:t>State of the world</a:t>
            </a:r>
          </a:p>
          <a:p>
            <a:pPr marL="1727273" lvl="1" indent="-457200">
              <a:buFont typeface="Arial" panose="020B0604020202020204" pitchFamily="34" charset="0"/>
              <a:buChar char="•"/>
            </a:pPr>
            <a:r>
              <a:rPr lang="en-US" dirty="0"/>
              <a:t>Actions that can happen</a:t>
            </a:r>
          </a:p>
          <a:p>
            <a:pPr marL="1727273" lvl="1" indent="-457200">
              <a:buFont typeface="Arial" panose="020B0604020202020204" pitchFamily="34" charset="0"/>
              <a:buChar char="•"/>
            </a:pPr>
            <a:r>
              <a:rPr lang="en-US" dirty="0"/>
              <a:t>Results of Actions in changing the state of the world</a:t>
            </a:r>
          </a:p>
        </p:txBody>
      </p:sp>
    </p:spTree>
    <p:extLst>
      <p:ext uri="{BB962C8B-B14F-4D97-AF65-F5344CB8AC3E}">
        <p14:creationId xmlns:p14="http://schemas.microsoft.com/office/powerpoint/2010/main" val="2981468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CE74D-D726-8342-ABC5-3EFDF5E8ABF7}"/>
              </a:ext>
            </a:extLst>
          </p:cNvPr>
          <p:cNvSpPr>
            <a:spLocks noGrp="1"/>
          </p:cNvSpPr>
          <p:nvPr>
            <p:ph type="title"/>
          </p:nvPr>
        </p:nvSpPr>
        <p:spPr>
          <a:xfrm>
            <a:off x="812879" y="380438"/>
            <a:ext cx="9475914" cy="1335973"/>
          </a:xfrm>
        </p:spPr>
        <p:txBody>
          <a:bodyPr/>
          <a:lstStyle/>
          <a:p>
            <a:r>
              <a:rPr lang="en-US" dirty="0">
                <a:latin typeface="Helvetica" panose="020B0604020202020204" pitchFamily="34" charset="0"/>
                <a:cs typeface="Helvetica" panose="020B0604020202020204" pitchFamily="34" charset="0"/>
              </a:rPr>
              <a:t>Declarative vs Procedural</a:t>
            </a:r>
            <a:endParaRPr lang="en-US" dirty="0"/>
          </a:p>
        </p:txBody>
      </p:sp>
      <p:sp>
        <p:nvSpPr>
          <p:cNvPr id="3" name="Text Placeholder 2">
            <a:extLst>
              <a:ext uri="{FF2B5EF4-FFF2-40B4-BE49-F238E27FC236}">
                <a16:creationId xmlns:a16="http://schemas.microsoft.com/office/drawing/2014/main" id="{5B46AD81-8B23-3847-B70A-68A1D9B7C837}"/>
              </a:ext>
            </a:extLst>
          </p:cNvPr>
          <p:cNvSpPr>
            <a:spLocks noGrp="1"/>
          </p:cNvSpPr>
          <p:nvPr>
            <p:ph type="body" sz="quarter" idx="15"/>
          </p:nvPr>
        </p:nvSpPr>
        <p:spPr>
          <a:xfrm>
            <a:off x="812879" y="1048424"/>
            <a:ext cx="11615780" cy="7208885"/>
          </a:xfrm>
        </p:spPr>
        <p:txBody>
          <a:bodyPr/>
          <a:lstStyle/>
          <a:p>
            <a:r>
              <a:rPr lang="en-US" dirty="0"/>
              <a:t>Imagine a pseudo-program to make a cup of instant coffee:</a:t>
            </a:r>
          </a:p>
          <a:p>
            <a:r>
              <a:rPr lang="en-US" dirty="0"/>
              <a:t>Declarative Program (a set of facts/rules):</a:t>
            </a:r>
          </a:p>
          <a:p>
            <a:pPr marL="457200" indent="-457200">
              <a:buFont typeface="Arial" panose="020B0604020202020204" pitchFamily="34" charset="0"/>
              <a:buChar char="•"/>
            </a:pPr>
            <a:r>
              <a:rPr lang="en-US" dirty="0"/>
              <a:t>The solution is a cup with hot brown water that tastes like coffee</a:t>
            </a:r>
          </a:p>
          <a:p>
            <a:pPr marL="457200" indent="-457200">
              <a:buFont typeface="Arial" panose="020B0604020202020204" pitchFamily="34" charset="0"/>
              <a:buChar char="•"/>
            </a:pPr>
            <a:r>
              <a:rPr lang="en-US" dirty="0"/>
              <a:t>Boiling water in a kettle results in hot water</a:t>
            </a:r>
          </a:p>
          <a:p>
            <a:pPr marL="457200" indent="-457200">
              <a:buFont typeface="Arial" panose="020B0604020202020204" pitchFamily="34" charset="0"/>
              <a:buChar char="•"/>
            </a:pPr>
            <a:r>
              <a:rPr lang="en-US" dirty="0"/>
              <a:t>Putting a spoonful of instant coffee into hot water results in brown water that tastes like coffee</a:t>
            </a:r>
          </a:p>
          <a:p>
            <a:pPr marL="457200" indent="-457200">
              <a:buFont typeface="Arial" panose="020B0604020202020204" pitchFamily="34" charset="0"/>
              <a:buChar char="•"/>
            </a:pPr>
            <a:r>
              <a:rPr lang="en-US" dirty="0"/>
              <a:t>Pouring boiling water in a cup results in a cup with hot water</a:t>
            </a:r>
          </a:p>
          <a:p>
            <a:r>
              <a:rPr lang="en-US" dirty="0" err="1"/>
              <a:t>Etc</a:t>
            </a:r>
            <a:r>
              <a:rPr lang="en-US" dirty="0"/>
              <a:t>… Question: does changing the order of these bullets change the solution?  No, in the sense that facts are true no matter the order</a:t>
            </a:r>
          </a:p>
        </p:txBody>
      </p:sp>
      <p:sp>
        <p:nvSpPr>
          <p:cNvPr id="5" name="Slide Number Placeholder 4">
            <a:extLst>
              <a:ext uri="{FF2B5EF4-FFF2-40B4-BE49-F238E27FC236}">
                <a16:creationId xmlns:a16="http://schemas.microsoft.com/office/drawing/2014/main" id="{F65A2DC9-C1BC-A342-9999-F926450F6B44}"/>
              </a:ext>
            </a:extLst>
          </p:cNvPr>
          <p:cNvSpPr>
            <a:spLocks noGrp="1"/>
          </p:cNvSpPr>
          <p:nvPr>
            <p:ph type="sldNum" sz="quarter" idx="19"/>
          </p:nvPr>
        </p:nvSpPr>
        <p:spPr/>
        <p:txBody>
          <a:bodyPr/>
          <a:lstStyle/>
          <a:p>
            <a:fld id="{DEF3F5F5-7776-394F-A41F-3BAFC9CC9F8E}" type="slidenum">
              <a:rPr lang="en-US" smtClean="0"/>
              <a:pPr/>
              <a:t>14</a:t>
            </a:fld>
            <a:endParaRPr lang="en-US" dirty="0"/>
          </a:p>
        </p:txBody>
      </p:sp>
    </p:spTree>
    <p:extLst>
      <p:ext uri="{BB962C8B-B14F-4D97-AF65-F5344CB8AC3E}">
        <p14:creationId xmlns:p14="http://schemas.microsoft.com/office/powerpoint/2010/main" val="3662564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F62FC-AB81-254E-BA10-A8454F2C97DB}"/>
              </a:ext>
            </a:extLst>
          </p:cNvPr>
          <p:cNvSpPr>
            <a:spLocks noGrp="1"/>
          </p:cNvSpPr>
          <p:nvPr>
            <p:ph type="title"/>
          </p:nvPr>
        </p:nvSpPr>
        <p:spPr/>
        <p:txBody>
          <a:bodyPr/>
          <a:lstStyle/>
          <a:p>
            <a:r>
              <a:rPr lang="en-US" dirty="0">
                <a:latin typeface="Helvetica" panose="020B0604020202020204" pitchFamily="34" charset="0"/>
                <a:cs typeface="Helvetica" panose="020B0604020202020204" pitchFamily="34" charset="0"/>
              </a:rPr>
              <a:t>Declarative vs Procedural (cont'd)</a:t>
            </a:r>
            <a:endParaRPr lang="en-US" dirty="0"/>
          </a:p>
        </p:txBody>
      </p:sp>
      <p:sp>
        <p:nvSpPr>
          <p:cNvPr id="3" name="Text Placeholder 2">
            <a:extLst>
              <a:ext uri="{FF2B5EF4-FFF2-40B4-BE49-F238E27FC236}">
                <a16:creationId xmlns:a16="http://schemas.microsoft.com/office/drawing/2014/main" id="{7D2819D3-B29D-C149-9368-4B26EA775740}"/>
              </a:ext>
            </a:extLst>
          </p:cNvPr>
          <p:cNvSpPr>
            <a:spLocks noGrp="1"/>
          </p:cNvSpPr>
          <p:nvPr>
            <p:ph type="body" sz="quarter" idx="15"/>
          </p:nvPr>
        </p:nvSpPr>
        <p:spPr>
          <a:xfrm>
            <a:off x="812879" y="1988897"/>
            <a:ext cx="11615780" cy="6386738"/>
          </a:xfrm>
        </p:spPr>
        <p:txBody>
          <a:bodyPr/>
          <a:lstStyle/>
          <a:p>
            <a:r>
              <a:rPr lang="en-US" dirty="0"/>
              <a:t>Procedural Solution to Coffee problem:</a:t>
            </a:r>
          </a:p>
          <a:p>
            <a:pPr marL="514350" indent="-514350">
              <a:buAutoNum type="arabicPeriod"/>
            </a:pPr>
            <a:r>
              <a:rPr lang="en-US" dirty="0"/>
              <a:t>Take cup out of cupboard and place on counter</a:t>
            </a:r>
          </a:p>
          <a:p>
            <a:pPr marL="514350" indent="-514350">
              <a:buAutoNum type="arabicPeriod"/>
            </a:pPr>
            <a:r>
              <a:rPr lang="en-US" dirty="0"/>
              <a:t>Fill kettle with water</a:t>
            </a:r>
          </a:p>
          <a:p>
            <a:pPr marL="514350" indent="-514350">
              <a:buAutoNum type="arabicPeriod"/>
            </a:pPr>
            <a:r>
              <a:rPr lang="en-US" dirty="0"/>
              <a:t>Plug in kettle</a:t>
            </a:r>
          </a:p>
          <a:p>
            <a:pPr marL="514350" indent="-514350">
              <a:buAutoNum type="arabicPeriod"/>
            </a:pPr>
            <a:r>
              <a:rPr lang="en-US" dirty="0"/>
              <a:t>Place spoon of instant coffee into cup on the counter</a:t>
            </a:r>
          </a:p>
          <a:p>
            <a:pPr marL="514350" indent="-514350">
              <a:buAutoNum type="arabicPeriod"/>
            </a:pPr>
            <a:r>
              <a:rPr lang="en-US" dirty="0"/>
              <a:t>Wait for kettle to boil</a:t>
            </a:r>
          </a:p>
          <a:p>
            <a:pPr marL="514350" indent="-514350">
              <a:buAutoNum type="arabicPeriod"/>
            </a:pPr>
            <a:r>
              <a:rPr lang="en-US" dirty="0"/>
              <a:t>Pour water from kettle into cup</a:t>
            </a:r>
          </a:p>
          <a:p>
            <a:r>
              <a:rPr lang="en-US" dirty="0"/>
              <a:t>Question: how does the meaning of step 6 change when we swap the order of steps 5 and 6?</a:t>
            </a:r>
          </a:p>
        </p:txBody>
      </p:sp>
      <p:sp>
        <p:nvSpPr>
          <p:cNvPr id="5" name="Slide Number Placeholder 4">
            <a:extLst>
              <a:ext uri="{FF2B5EF4-FFF2-40B4-BE49-F238E27FC236}">
                <a16:creationId xmlns:a16="http://schemas.microsoft.com/office/drawing/2014/main" id="{5A4726AA-5406-924B-A29E-0DD124534EAC}"/>
              </a:ext>
            </a:extLst>
          </p:cNvPr>
          <p:cNvSpPr>
            <a:spLocks noGrp="1"/>
          </p:cNvSpPr>
          <p:nvPr>
            <p:ph type="sldNum" sz="quarter" idx="19"/>
          </p:nvPr>
        </p:nvSpPr>
        <p:spPr/>
        <p:txBody>
          <a:bodyPr/>
          <a:lstStyle/>
          <a:p>
            <a:fld id="{DEF3F5F5-7776-394F-A41F-3BAFC9CC9F8E}" type="slidenum">
              <a:rPr lang="en-US" smtClean="0"/>
              <a:pPr/>
              <a:t>15</a:t>
            </a:fld>
            <a:endParaRPr lang="en-US" dirty="0"/>
          </a:p>
        </p:txBody>
      </p:sp>
    </p:spTree>
    <p:extLst>
      <p:ext uri="{BB962C8B-B14F-4D97-AF65-F5344CB8AC3E}">
        <p14:creationId xmlns:p14="http://schemas.microsoft.com/office/powerpoint/2010/main" val="1769572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32082-C91B-4742-86D8-EA0B6C3E862D}"/>
              </a:ext>
            </a:extLst>
          </p:cNvPr>
          <p:cNvSpPr>
            <a:spLocks noGrp="1"/>
          </p:cNvSpPr>
          <p:nvPr>
            <p:ph type="title"/>
          </p:nvPr>
        </p:nvSpPr>
        <p:spPr/>
        <p:txBody>
          <a:bodyPr/>
          <a:lstStyle/>
          <a:p>
            <a:r>
              <a:rPr lang="en-US" dirty="0"/>
              <a:t>Declarative Programming</a:t>
            </a:r>
          </a:p>
        </p:txBody>
      </p:sp>
      <p:sp>
        <p:nvSpPr>
          <p:cNvPr id="3" name="Text Placeholder 2">
            <a:extLst>
              <a:ext uri="{FF2B5EF4-FFF2-40B4-BE49-F238E27FC236}">
                <a16:creationId xmlns:a16="http://schemas.microsoft.com/office/drawing/2014/main" id="{444CD4CF-ECB1-DF4C-BDB4-5F3DC13FF3A9}"/>
              </a:ext>
            </a:extLst>
          </p:cNvPr>
          <p:cNvSpPr>
            <a:spLocks noGrp="1"/>
          </p:cNvSpPr>
          <p:nvPr>
            <p:ph type="body" sz="quarter" idx="15"/>
          </p:nvPr>
        </p:nvSpPr>
        <p:spPr/>
        <p:txBody>
          <a:bodyPr/>
          <a:lstStyle/>
          <a:p>
            <a:r>
              <a:rPr lang="en-US" dirty="0"/>
              <a:t>Declarative knowledge has a procedural interpretation.</a:t>
            </a:r>
          </a:p>
          <a:p>
            <a:r>
              <a:rPr lang="en-US" dirty="0"/>
              <a:t>If we combine declarative knowledge with properly implemented system with a theoretical foundation, for example a theorem prover like Prolog, we can consider the declarative knowledge to be a program.</a:t>
            </a:r>
          </a:p>
          <a:p>
            <a:r>
              <a:rPr lang="en-US" dirty="0"/>
              <a:t>We run our program by issuing a query to the theorem prover (Prolog in our case).  Prolog uses the declarative knowledge (the prolog program) to derive by inference, the conditions (variable bindings) under which the query is true.</a:t>
            </a:r>
          </a:p>
        </p:txBody>
      </p:sp>
      <p:sp>
        <p:nvSpPr>
          <p:cNvPr id="5" name="Slide Number Placeholder 4">
            <a:extLst>
              <a:ext uri="{FF2B5EF4-FFF2-40B4-BE49-F238E27FC236}">
                <a16:creationId xmlns:a16="http://schemas.microsoft.com/office/drawing/2014/main" id="{A95BF1F7-699C-2B47-9195-893B038EE7E9}"/>
              </a:ext>
            </a:extLst>
          </p:cNvPr>
          <p:cNvSpPr>
            <a:spLocks noGrp="1"/>
          </p:cNvSpPr>
          <p:nvPr>
            <p:ph type="sldNum" sz="quarter" idx="19"/>
          </p:nvPr>
        </p:nvSpPr>
        <p:spPr/>
        <p:txBody>
          <a:bodyPr/>
          <a:lstStyle/>
          <a:p>
            <a:fld id="{DEF3F5F5-7776-394F-A41F-3BAFC9CC9F8E}" type="slidenum">
              <a:rPr lang="en-US" smtClean="0"/>
              <a:pPr/>
              <a:t>16</a:t>
            </a:fld>
            <a:endParaRPr lang="en-US" dirty="0"/>
          </a:p>
        </p:txBody>
      </p:sp>
    </p:spTree>
    <p:extLst>
      <p:ext uri="{BB962C8B-B14F-4D97-AF65-F5344CB8AC3E}">
        <p14:creationId xmlns:p14="http://schemas.microsoft.com/office/powerpoint/2010/main" val="2048993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latin typeface="Helvetica" panose="020B0604020202020204" pitchFamily="34" charset="0"/>
                <a:cs typeface="Helvetica" panose="020B0604020202020204" pitchFamily="34" charset="0"/>
              </a:rPr>
              <a:t>Time to check your learning!</a:t>
            </a:r>
            <a:endParaRPr lang="en-US" dirty="0"/>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17</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r>
              <a:rPr lang="en-US" dirty="0">
                <a:latin typeface="Helvetica" panose="020B0604020202020204" pitchFamily="34" charset="0"/>
                <a:cs typeface="Helvetica" panose="020B0604020202020204" pitchFamily="34" charset="0"/>
              </a:rPr>
              <a:t>Let’s see how many key concepts from topic 2 you recall by answering the following questions!</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What are three things that Knowledge Representation languages need to represent?</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What else is needed besides Declarative Knowledge in order for a Declarative program to run?</a:t>
            </a:r>
          </a:p>
          <a:p>
            <a:endParaRPr lang="en-US" dirty="0"/>
          </a:p>
        </p:txBody>
      </p:sp>
    </p:spTree>
    <p:extLst>
      <p:ext uri="{BB962C8B-B14F-4D97-AF65-F5344CB8AC3E}">
        <p14:creationId xmlns:p14="http://schemas.microsoft.com/office/powerpoint/2010/main" val="207853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FC0B3-065A-7E49-AAE2-D7A47FE3176E}"/>
              </a:ext>
            </a:extLst>
          </p:cNvPr>
          <p:cNvSpPr>
            <a:spLocks noGrp="1"/>
          </p:cNvSpPr>
          <p:nvPr>
            <p:ph type="title"/>
          </p:nvPr>
        </p:nvSpPr>
        <p:spPr/>
        <p:txBody>
          <a:bodyPr/>
          <a:lstStyle/>
          <a:p>
            <a:r>
              <a:rPr lang="en-US" dirty="0"/>
              <a:t>Facts and rules Programming</a:t>
            </a:r>
          </a:p>
        </p:txBody>
      </p:sp>
      <p:sp>
        <p:nvSpPr>
          <p:cNvPr id="3" name="Text Placeholder 2">
            <a:extLst>
              <a:ext uri="{FF2B5EF4-FFF2-40B4-BE49-F238E27FC236}">
                <a16:creationId xmlns:a16="http://schemas.microsoft.com/office/drawing/2014/main" id="{4ED91D35-698A-C84B-9984-FB0181F87DB7}"/>
              </a:ext>
            </a:extLst>
          </p:cNvPr>
          <p:cNvSpPr>
            <a:spLocks noGrp="1"/>
          </p:cNvSpPr>
          <p:nvPr>
            <p:ph type="body" sz="quarter" idx="15"/>
          </p:nvPr>
        </p:nvSpPr>
        <p:spPr/>
        <p:txBody>
          <a:bodyPr/>
          <a:lstStyle/>
          <a:p>
            <a:r>
              <a:rPr lang="en-US" dirty="0" err="1"/>
              <a:t>Forall</a:t>
            </a:r>
            <a:r>
              <a:rPr lang="en-US" dirty="0"/>
              <a:t> X, Y Parent(X,Y)-&gt;Ancestor(X,Y).</a:t>
            </a:r>
          </a:p>
          <a:p>
            <a:r>
              <a:rPr lang="en-US" dirty="0" err="1"/>
              <a:t>Forall</a:t>
            </a:r>
            <a:r>
              <a:rPr lang="en-US" dirty="0"/>
              <a:t> X,Y Parent(X,Y) and Ancestor(Y,Z)-&gt;Ancestor(X,Z).</a:t>
            </a:r>
          </a:p>
          <a:p>
            <a:r>
              <a:rPr lang="en-US" dirty="0"/>
              <a:t>Parent(</a:t>
            </a:r>
            <a:r>
              <a:rPr lang="en-US" dirty="0" err="1"/>
              <a:t>john,joe</a:t>
            </a:r>
            <a:r>
              <a:rPr lang="en-US" dirty="0"/>
              <a:t>).</a:t>
            </a:r>
          </a:p>
          <a:p>
            <a:r>
              <a:rPr lang="en-US" dirty="0"/>
              <a:t>Parent(</a:t>
            </a:r>
            <a:r>
              <a:rPr lang="en-US" dirty="0" err="1"/>
              <a:t>joe,bill</a:t>
            </a:r>
            <a:r>
              <a:rPr lang="en-US" dirty="0"/>
              <a:t>).</a:t>
            </a:r>
          </a:p>
          <a:p>
            <a:r>
              <a:rPr lang="en-US" dirty="0"/>
              <a:t>Parent(</a:t>
            </a:r>
            <a:r>
              <a:rPr lang="en-US" dirty="0" err="1"/>
              <a:t>bill,jill</a:t>
            </a:r>
            <a:r>
              <a:rPr lang="en-US" dirty="0"/>
              <a:t>).</a:t>
            </a:r>
          </a:p>
          <a:p>
            <a:r>
              <a:rPr lang="en-US" dirty="0"/>
              <a:t>Ancestor(</a:t>
            </a:r>
            <a:r>
              <a:rPr lang="en-US" dirty="0" err="1"/>
              <a:t>joe,sally</a:t>
            </a:r>
            <a:r>
              <a:rPr lang="en-US" dirty="0"/>
              <a:t>).</a:t>
            </a:r>
          </a:p>
        </p:txBody>
      </p:sp>
      <p:sp>
        <p:nvSpPr>
          <p:cNvPr id="5" name="Slide Number Placeholder 4">
            <a:extLst>
              <a:ext uri="{FF2B5EF4-FFF2-40B4-BE49-F238E27FC236}">
                <a16:creationId xmlns:a16="http://schemas.microsoft.com/office/drawing/2014/main" id="{5D485FC5-26D5-A848-9981-ADC87D5DC124}"/>
              </a:ext>
            </a:extLst>
          </p:cNvPr>
          <p:cNvSpPr>
            <a:spLocks noGrp="1"/>
          </p:cNvSpPr>
          <p:nvPr>
            <p:ph type="sldNum" sz="quarter" idx="19"/>
          </p:nvPr>
        </p:nvSpPr>
        <p:spPr/>
        <p:txBody>
          <a:bodyPr/>
          <a:lstStyle/>
          <a:p>
            <a:fld id="{DEF3F5F5-7776-394F-A41F-3BAFC9CC9F8E}" type="slidenum">
              <a:rPr lang="en-US" smtClean="0"/>
              <a:pPr/>
              <a:t>18</a:t>
            </a:fld>
            <a:endParaRPr lang="en-US" dirty="0"/>
          </a:p>
        </p:txBody>
      </p:sp>
    </p:spTree>
    <p:extLst>
      <p:ext uri="{BB962C8B-B14F-4D97-AF65-F5344CB8AC3E}">
        <p14:creationId xmlns:p14="http://schemas.microsoft.com/office/powerpoint/2010/main" val="1456831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latin typeface="Helvetica" panose="020B0604020202020204" pitchFamily="34" charset="0"/>
                <a:cs typeface="Helvetica" panose="020B0604020202020204" pitchFamily="34" charset="0"/>
              </a:rPr>
              <a:t>Conclusion</a:t>
            </a:r>
            <a:endParaRPr lang="en-US" dirty="0"/>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19</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r>
              <a:rPr lang="en-US" dirty="0"/>
              <a:t>In this lesson, you learned…</a:t>
            </a:r>
          </a:p>
          <a:p>
            <a:pPr marL="457200" indent="-457200">
              <a:buFont typeface="Arial" panose="020B0604020202020204" pitchFamily="34" charset="0"/>
              <a:buChar char="•"/>
            </a:pPr>
            <a:r>
              <a:rPr lang="en-US" dirty="0"/>
              <a:t> Knowledge Representation and Machine Learning differ in where the patterns come from</a:t>
            </a:r>
          </a:p>
          <a:p>
            <a:pPr marL="457200" indent="-457200">
              <a:buFont typeface="Arial" panose="020B0604020202020204" pitchFamily="34" charset="0"/>
              <a:buChar char="•"/>
            </a:pPr>
            <a:r>
              <a:rPr lang="en-US" dirty="0"/>
              <a:t>Knowledge Representation languages can be expressed in the form of Prolog programs</a:t>
            </a:r>
          </a:p>
          <a:p>
            <a:pPr marL="457200" indent="-457200">
              <a:buFont typeface="Arial" panose="020B0604020202020204" pitchFamily="34" charset="0"/>
              <a:buChar char="•"/>
            </a:pPr>
            <a:r>
              <a:rPr lang="en-US" dirty="0"/>
              <a:t>Prolog programs combine with a prolog interpreter to form a running program</a:t>
            </a:r>
          </a:p>
          <a:p>
            <a:endParaRPr lang="en-US" dirty="0"/>
          </a:p>
        </p:txBody>
      </p:sp>
    </p:spTree>
    <p:extLst>
      <p:ext uri="{BB962C8B-B14F-4D97-AF65-F5344CB8AC3E}">
        <p14:creationId xmlns:p14="http://schemas.microsoft.com/office/powerpoint/2010/main" val="566203722"/>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7518</TotalTime>
  <Words>1300</Words>
  <Application>Microsoft Office PowerPoint</Application>
  <PresentationFormat>Custom</PresentationFormat>
  <Paragraphs>142</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Helvetica</vt:lpstr>
      <vt:lpstr>Wingdings</vt:lpstr>
      <vt:lpstr>Office Theme</vt:lpstr>
      <vt:lpstr>Introduction to Knowledge Representation and Prolog</vt:lpstr>
      <vt:lpstr>Welcome</vt:lpstr>
      <vt:lpstr>Welcome</vt:lpstr>
      <vt:lpstr>Logistics</vt:lpstr>
      <vt:lpstr>Lesson Overview (Agenda)</vt:lpstr>
      <vt:lpstr>Knowledge Representation</vt:lpstr>
      <vt:lpstr>Artificial Intelligence</vt:lpstr>
      <vt:lpstr>Turing Test for intelligence</vt:lpstr>
      <vt:lpstr>Artificial Intelligence (for our purposes)</vt:lpstr>
      <vt:lpstr>Machine Learning versus Knowledge Representation</vt:lpstr>
      <vt:lpstr>Machine Learning versus Knowledge Representation</vt:lpstr>
      <vt:lpstr>Time to check your learning!</vt:lpstr>
      <vt:lpstr>Declarative Knowledge</vt:lpstr>
      <vt:lpstr>Declarative vs Procedural</vt:lpstr>
      <vt:lpstr>Declarative vs Procedural (cont'd)</vt:lpstr>
      <vt:lpstr>Declarative Programming</vt:lpstr>
      <vt:lpstr>Time to check your learning!</vt:lpstr>
      <vt:lpstr>Facts and rules Programming</vt:lpstr>
      <vt:lpstr>Conclusion</vt:lpstr>
    </vt:vector>
  </TitlesOfParts>
  <Company>Salt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Daniela Chavez Ackermann</dc:creator>
  <cp:lastModifiedBy>Redwan Wadud</cp:lastModifiedBy>
  <cp:revision>211</cp:revision>
  <dcterms:created xsi:type="dcterms:W3CDTF">2016-12-21T16:02:28Z</dcterms:created>
  <dcterms:modified xsi:type="dcterms:W3CDTF">2025-10-16T01:41:35Z</dcterms:modified>
</cp:coreProperties>
</file>