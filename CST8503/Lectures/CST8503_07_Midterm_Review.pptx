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334" r:id="rId3"/>
    <p:sldId id="410" r:id="rId4"/>
    <p:sldId id="416" r:id="rId5"/>
    <p:sldId id="411" r:id="rId6"/>
    <p:sldId id="413" r:id="rId7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 autoAdjust="0"/>
    <p:restoredTop sz="94694" autoAdjust="0"/>
  </p:normalViewPr>
  <p:slideViewPr>
    <p:cSldViewPr snapToGrid="0" snapToObjects="1">
      <p:cViewPr varScale="1">
        <p:scale>
          <a:sx n="91" d="100"/>
          <a:sy n="91" d="100"/>
        </p:scale>
        <p:origin x="544" y="1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366583"/>
            <a:ext cx="9475914" cy="578521"/>
          </a:xfrm>
        </p:spPr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057813"/>
            <a:ext cx="14904913" cy="714407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Midterm Review:</a:t>
            </a:r>
          </a:p>
          <a:p>
            <a:pPr marL="1784423" lvl="1" indent="-514350"/>
            <a:r>
              <a:rPr lang="en-US" dirty="0"/>
              <a:t>Knowledge Representation</a:t>
            </a:r>
          </a:p>
          <a:p>
            <a:pPr marL="1784423" lvl="1" indent="-514350"/>
            <a:r>
              <a:rPr lang="en-US" dirty="0"/>
              <a:t>Declarative Programming</a:t>
            </a:r>
          </a:p>
          <a:p>
            <a:pPr marL="1784423" lvl="1" indent="-514350"/>
            <a:r>
              <a:rPr lang="en-US" dirty="0"/>
              <a:t>Prolog Language</a:t>
            </a:r>
          </a:p>
          <a:p>
            <a:pPr marL="2534717" lvl="2" indent="-514350"/>
            <a:r>
              <a:rPr lang="en-US" dirty="0"/>
              <a:t>CWA, Variables, Procedural Interpretation, Matching vs Unification</a:t>
            </a:r>
          </a:p>
          <a:p>
            <a:pPr marL="1784423" lvl="1" indent="-514350"/>
            <a:r>
              <a:rPr lang="en-US" dirty="0"/>
              <a:t>Prolog Syntax</a:t>
            </a:r>
          </a:p>
          <a:p>
            <a:pPr marL="2534717" lvl="2" indent="-514350"/>
            <a:r>
              <a:rPr lang="en-US" dirty="0"/>
              <a:t>Structures, Lists</a:t>
            </a:r>
          </a:p>
          <a:p>
            <a:pPr marL="1784423" lvl="1" indent="-514350"/>
            <a:r>
              <a:rPr lang="en-US" dirty="0"/>
              <a:t>Recursion and examples</a:t>
            </a:r>
          </a:p>
          <a:p>
            <a:pPr marL="1784423" lvl="1" indent="-514350"/>
            <a:r>
              <a:rPr lang="en-US" dirty="0"/>
              <a:t>Cut</a:t>
            </a:r>
          </a:p>
          <a:p>
            <a:pPr marL="1784423" lvl="1" indent="-514350"/>
            <a:r>
              <a:rPr lang="en-US" dirty="0"/>
              <a:t>Negation as failure</a:t>
            </a:r>
          </a:p>
          <a:p>
            <a:pPr marL="1784423" lvl="1" indent="-51435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CD75-C601-B186-BF82-CCCDEA52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80630-393B-B20D-E663-629E0DE9F4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16257"/>
            <a:ext cx="13522096" cy="6659377"/>
          </a:xfrm>
        </p:spPr>
        <p:txBody>
          <a:bodyPr/>
          <a:lstStyle/>
          <a:p>
            <a:r>
              <a:rPr lang="en-US" dirty="0"/>
              <a:t>CST8503 Midterm October 16th 2:00pm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1 hour test, but everyone given 1.5 hours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Closed book, no Internet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Part multiple choice Scantron Quiz (bring pencils, erasers)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Part written answers on paper (bring pencils/pens erasers)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Covers material so far in course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Study guide: 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Review lectures slides/notes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Review hybrid activity quizzes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Review labs and assignment</a:t>
            </a:r>
          </a:p>
          <a:p>
            <a:pPr lvl="1" indent="0">
              <a:buNone/>
            </a:pP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806B1-A985-1A5B-5771-5276BD1316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4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DAD0-CF5E-3EF5-6C5D-F76A9D95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05127-1EA1-3E17-1ACC-833C75D77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Let's go over the ICT Exam Conduct – </a:t>
            </a:r>
            <a:r>
              <a:rPr lang="en-US" dirty="0" err="1"/>
              <a:t>Student.pdf</a:t>
            </a:r>
            <a:r>
              <a:rPr lang="en-US" dirty="0"/>
              <a:t> 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59CB3-E3C8-5312-EEBC-238AB9E0FC4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70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58D1-3318-24D6-A4B6-5E03CCCE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2FCF6-F25D-6625-D10E-412CCF8328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45673"/>
            <a:ext cx="13097082" cy="5789661"/>
          </a:xfrm>
        </p:spPr>
        <p:txBody>
          <a:bodyPr/>
          <a:lstStyle/>
          <a:p>
            <a:r>
              <a:rPr lang="en-US" dirty="0"/>
              <a:t>Multiple Choice: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Similar to quizzes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Could be based on the "Check your learning" slide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Written Answer: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small programs involving recursion, possibly from lab or assignment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Could be based on the "Check your learning" slide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0A28C-04A7-66AB-25AF-2EDCF9C2BC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3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08A5-B4FE-BE0E-62B7-A7443623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Questions </a:t>
            </a:r>
            <a:r>
              <a:rPr lang="en-US" dirty="0" err="1"/>
              <a:t>Con't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41550-26B3-C5AD-B2DC-316D90D56A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a predicate similar to “</a:t>
            </a:r>
            <a:r>
              <a:rPr lang="en-US" dirty="0" err="1"/>
              <a:t>mymember</a:t>
            </a:r>
            <a:r>
              <a:rPr lang="en-US" dirty="0"/>
              <a:t>(X,L), meaning that X is an element of the list L”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a predicate having to do with a direct relationship and indirect relationship (successor/greater, parent/ancestor,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or debug a predicate involving arithmetic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Explain what is meant by the Closed World Assumption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Possible questions are not limited to these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C2A58-44F9-ADE7-6088-3A5EAA857C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5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22552</TotalTime>
  <Words>238</Words>
  <Application>Microsoft Macintosh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Midterm Review</vt:lpstr>
      <vt:lpstr>Outcomes</vt:lpstr>
      <vt:lpstr>Midterm</vt:lpstr>
      <vt:lpstr>Midterm Rules</vt:lpstr>
      <vt:lpstr>Possible Questions</vt:lpstr>
      <vt:lpstr>Possible Questions Con't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220</cp:revision>
  <dcterms:created xsi:type="dcterms:W3CDTF">2016-12-21T16:02:28Z</dcterms:created>
  <dcterms:modified xsi:type="dcterms:W3CDTF">2025-10-09T15:02:07Z</dcterms:modified>
</cp:coreProperties>
</file>